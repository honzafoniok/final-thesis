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1"/>
  </p:sldMasterIdLst>
  <p:notesMasterIdLst>
    <p:notesMasterId r:id="rId15"/>
  </p:notesMasterIdLst>
  <p:handoutMasterIdLst>
    <p:handoutMasterId r:id="rId16"/>
  </p:handoutMasterIdLst>
  <p:sldIdLst>
    <p:sldId id="258" r:id="rId2"/>
    <p:sldId id="315" r:id="rId3"/>
    <p:sldId id="367" r:id="rId4"/>
    <p:sldId id="360" r:id="rId5"/>
    <p:sldId id="368" r:id="rId6"/>
    <p:sldId id="371" r:id="rId7"/>
    <p:sldId id="369" r:id="rId8"/>
    <p:sldId id="361" r:id="rId9"/>
    <p:sldId id="364" r:id="rId10"/>
    <p:sldId id="366" r:id="rId11"/>
    <p:sldId id="370" r:id="rId12"/>
    <p:sldId id="363" r:id="rId13"/>
    <p:sldId id="335" r:id="rId14"/>
  </p:sldIdLst>
  <p:sldSz cx="13442950" cy="756126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F18E6388-A18D-449E-8D2D-39BAE2A3EA6E}">
          <p14:sldIdLst>
            <p14:sldId id="258"/>
            <p14:sldId id="315"/>
            <p14:sldId id="367"/>
            <p14:sldId id="360"/>
            <p14:sldId id="368"/>
            <p14:sldId id="371"/>
            <p14:sldId id="369"/>
            <p14:sldId id="361"/>
            <p14:sldId id="364"/>
            <p14:sldId id="366"/>
            <p14:sldId id="370"/>
            <p14:sldId id="363"/>
            <p14:sldId id="3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42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A2"/>
    <a:srgbClr val="117EA7"/>
    <a:srgbClr val="EB6E08"/>
    <a:srgbClr val="3889BA"/>
    <a:srgbClr val="00FF00"/>
    <a:srgbClr val="940084"/>
    <a:srgbClr val="006B65"/>
    <a:srgbClr val="600128"/>
    <a:srgbClr val="8FBE22"/>
    <a:srgbClr val="00B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63D8E-9C82-47E6-AE62-2D1C137A12FA}" v="35" dt="2026-04-15T15:34:40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1583" autoAdjust="0"/>
  </p:normalViewPr>
  <p:slideViewPr>
    <p:cSldViewPr snapToGrid="0">
      <p:cViewPr varScale="1">
        <p:scale>
          <a:sx n="81" d="100"/>
          <a:sy n="81" d="100"/>
        </p:scale>
        <p:origin x="690" y="300"/>
      </p:cViewPr>
      <p:guideLst>
        <p:guide orient="horz" pos="2382"/>
        <p:guide pos="42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68"/>
    </p:cViewPr>
  </p:sorterViewPr>
  <p:notesViewPr>
    <p:cSldViewPr snapToGrid="0">
      <p:cViewPr varScale="1">
        <p:scale>
          <a:sx n="102" d="100"/>
          <a:sy n="102" d="100"/>
        </p:scale>
        <p:origin x="-3558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za Foniok" userId="59df0b10f7bc623e" providerId="LiveId" clId="{8B7452A8-0EB6-4EAF-905C-F5EA451C72E5}"/>
    <pc:docChg chg="undo custSel addSld delSld modSld sldOrd modSection">
      <pc:chgData name="Honza Foniok" userId="59df0b10f7bc623e" providerId="LiveId" clId="{8B7452A8-0EB6-4EAF-905C-F5EA451C72E5}" dt="2026-04-15T15:34:56.335" v="2916" actId="20577"/>
      <pc:docMkLst>
        <pc:docMk/>
      </pc:docMkLst>
      <pc:sldChg chg="modSp mod">
        <pc:chgData name="Honza Foniok" userId="59df0b10f7bc623e" providerId="LiveId" clId="{8B7452A8-0EB6-4EAF-905C-F5EA451C72E5}" dt="2026-04-15T11:18:03.429" v="1753" actId="20577"/>
        <pc:sldMkLst>
          <pc:docMk/>
          <pc:sldMk cId="1120631039" sldId="258"/>
        </pc:sldMkLst>
        <pc:spChg chg="mod">
          <ac:chgData name="Honza Foniok" userId="59df0b10f7bc623e" providerId="LiveId" clId="{8B7452A8-0EB6-4EAF-905C-F5EA451C72E5}" dt="2026-04-15T11:18:03.429" v="1753" actId="20577"/>
          <ac:spMkLst>
            <pc:docMk/>
            <pc:sldMk cId="1120631039" sldId="258"/>
            <ac:spMk id="8" creationId="{732DAEE2-206F-4E91-A85E-59E12FDCFE80}"/>
          </ac:spMkLst>
        </pc:spChg>
      </pc:sldChg>
      <pc:sldChg chg="modSp mod">
        <pc:chgData name="Honza Foniok" userId="59df0b10f7bc623e" providerId="LiveId" clId="{8B7452A8-0EB6-4EAF-905C-F5EA451C72E5}" dt="2026-04-15T15:28:21.011" v="2859" actId="20577"/>
        <pc:sldMkLst>
          <pc:docMk/>
          <pc:sldMk cId="1596601577" sldId="315"/>
        </pc:sldMkLst>
        <pc:spChg chg="mod">
          <ac:chgData name="Honza Foniok" userId="59df0b10f7bc623e" providerId="LiveId" clId="{8B7452A8-0EB6-4EAF-905C-F5EA451C72E5}" dt="2026-04-15T15:28:21.011" v="2859" actId="20577"/>
          <ac:spMkLst>
            <pc:docMk/>
            <pc:sldMk cId="1596601577" sldId="315"/>
            <ac:spMk id="6" creationId="{7F071E7D-18FB-4A93-9111-50FB3D6A807C}"/>
          </ac:spMkLst>
        </pc:spChg>
      </pc:sldChg>
      <pc:sldChg chg="modSp mod">
        <pc:chgData name="Honza Foniok" userId="59df0b10f7bc623e" providerId="LiveId" clId="{8B7452A8-0EB6-4EAF-905C-F5EA451C72E5}" dt="2026-04-15T14:47:13.577" v="2296" actId="20577"/>
        <pc:sldMkLst>
          <pc:docMk/>
          <pc:sldMk cId="1879129297" sldId="335"/>
        </pc:sldMkLst>
        <pc:spChg chg="mod">
          <ac:chgData name="Honza Foniok" userId="59df0b10f7bc623e" providerId="LiveId" clId="{8B7452A8-0EB6-4EAF-905C-F5EA451C72E5}" dt="2026-04-15T14:47:13.577" v="2296" actId="20577"/>
          <ac:spMkLst>
            <pc:docMk/>
            <pc:sldMk cId="1879129297" sldId="335"/>
            <ac:spMk id="11" creationId="{D224A9F9-51AF-4119-8919-9AC0D0C65FA7}"/>
          </ac:spMkLst>
        </pc:spChg>
      </pc:sldChg>
      <pc:sldChg chg="addSp modSp mod modNotesTx">
        <pc:chgData name="Honza Foniok" userId="59df0b10f7bc623e" providerId="LiveId" clId="{8B7452A8-0EB6-4EAF-905C-F5EA451C72E5}" dt="2026-04-15T15:03:29.275" v="2425"/>
        <pc:sldMkLst>
          <pc:docMk/>
          <pc:sldMk cId="1673864512" sldId="360"/>
        </pc:sldMkLst>
        <pc:spChg chg="mod">
          <ac:chgData name="Honza Foniok" userId="59df0b10f7bc623e" providerId="LiveId" clId="{8B7452A8-0EB6-4EAF-905C-F5EA451C72E5}" dt="2026-04-12T11:54:40.384" v="501" actId="20577"/>
          <ac:spMkLst>
            <pc:docMk/>
            <pc:sldMk cId="1673864512" sldId="360"/>
            <ac:spMk id="2" creationId="{81C13F86-8561-4D5E-86CE-436213AE6F76}"/>
          </ac:spMkLst>
        </pc:spChg>
        <pc:spChg chg="add mod">
          <ac:chgData name="Honza Foniok" userId="59df0b10f7bc623e" providerId="LiveId" clId="{8B7452A8-0EB6-4EAF-905C-F5EA451C72E5}" dt="2026-04-15T15:03:29.275" v="2425"/>
          <ac:spMkLst>
            <pc:docMk/>
            <pc:sldMk cId="1673864512" sldId="360"/>
            <ac:spMk id="4" creationId="{80DF48D4-047C-4D48-D49C-8091FA066BCE}"/>
          </ac:spMkLst>
        </pc:spChg>
        <pc:spChg chg="mod">
          <ac:chgData name="Honza Foniok" userId="59df0b10f7bc623e" providerId="LiveId" clId="{8B7452A8-0EB6-4EAF-905C-F5EA451C72E5}" dt="2026-04-15T14:58:40.973" v="2357" actId="404"/>
          <ac:spMkLst>
            <pc:docMk/>
            <pc:sldMk cId="1673864512" sldId="360"/>
            <ac:spMk id="8" creationId="{F3915F62-4E75-4BC8-A33D-6E39935201B4}"/>
          </ac:spMkLst>
        </pc:spChg>
      </pc:sldChg>
      <pc:sldChg chg="addSp delSp modSp mod modNotesTx">
        <pc:chgData name="Honza Foniok" userId="59df0b10f7bc623e" providerId="LiveId" clId="{8B7452A8-0EB6-4EAF-905C-F5EA451C72E5}" dt="2026-04-15T15:23:29.315" v="2835" actId="14"/>
        <pc:sldMkLst>
          <pc:docMk/>
          <pc:sldMk cId="3980962547" sldId="361"/>
        </pc:sldMkLst>
        <pc:spChg chg="mod">
          <ac:chgData name="Honza Foniok" userId="59df0b10f7bc623e" providerId="LiveId" clId="{8B7452A8-0EB6-4EAF-905C-F5EA451C72E5}" dt="2026-04-15T15:23:29.315" v="2835" actId="14"/>
          <ac:spMkLst>
            <pc:docMk/>
            <pc:sldMk cId="3980962547" sldId="361"/>
            <ac:spMk id="8" creationId="{F3915F62-4E75-4BC8-A33D-6E39935201B4}"/>
          </ac:spMkLst>
        </pc:spChg>
        <pc:picChg chg="add del mod">
          <ac:chgData name="Honza Foniok" userId="59df0b10f7bc623e" providerId="LiveId" clId="{8B7452A8-0EB6-4EAF-905C-F5EA451C72E5}" dt="2026-04-15T15:22:29.595" v="2826" actId="22"/>
          <ac:picMkLst>
            <pc:docMk/>
            <pc:sldMk cId="3980962547" sldId="361"/>
            <ac:picMk id="4" creationId="{8EAABDCE-4451-7EBE-C6A1-F6C7980E2B77}"/>
          </ac:picMkLst>
        </pc:picChg>
        <pc:picChg chg="add del mod">
          <ac:chgData name="Honza Foniok" userId="59df0b10f7bc623e" providerId="LiveId" clId="{8B7452A8-0EB6-4EAF-905C-F5EA451C72E5}" dt="2026-04-15T13:08:33.215" v="2162" actId="21"/>
          <ac:picMkLst>
            <pc:docMk/>
            <pc:sldMk cId="3980962547" sldId="361"/>
            <ac:picMk id="7" creationId="{1AC41706-64B8-E208-6473-9B7953DDE337}"/>
          </ac:picMkLst>
        </pc:picChg>
        <pc:picChg chg="add mod modCrop">
          <ac:chgData name="Honza Foniok" userId="59df0b10f7bc623e" providerId="LiveId" clId="{8B7452A8-0EB6-4EAF-905C-F5EA451C72E5}" dt="2026-04-15T15:23:19.492" v="2833" actId="1076"/>
          <ac:picMkLst>
            <pc:docMk/>
            <pc:sldMk cId="3980962547" sldId="361"/>
            <ac:picMk id="10" creationId="{ED4F572E-EE7F-FD90-F9EC-1F757A882A6C}"/>
          </ac:picMkLst>
        </pc:picChg>
      </pc:sldChg>
      <pc:sldChg chg="ord">
        <pc:chgData name="Honza Foniok" userId="59df0b10f7bc623e" providerId="LiveId" clId="{8B7452A8-0EB6-4EAF-905C-F5EA451C72E5}" dt="2026-04-12T11:55:24.081" v="508"/>
        <pc:sldMkLst>
          <pc:docMk/>
          <pc:sldMk cId="2674572337" sldId="363"/>
        </pc:sldMkLst>
      </pc:sldChg>
      <pc:sldChg chg="addSp modSp new mod modNotesTx">
        <pc:chgData name="Honza Foniok" userId="59df0b10f7bc623e" providerId="LiveId" clId="{8B7452A8-0EB6-4EAF-905C-F5EA451C72E5}" dt="2026-04-15T15:23:56.496" v="2854" actId="20577"/>
        <pc:sldMkLst>
          <pc:docMk/>
          <pc:sldMk cId="3400192738" sldId="364"/>
        </pc:sldMkLst>
        <pc:spChg chg="mod">
          <ac:chgData name="Honza Foniok" userId="59df0b10f7bc623e" providerId="LiveId" clId="{8B7452A8-0EB6-4EAF-905C-F5EA451C72E5}" dt="2026-04-15T15:23:56.496" v="2854" actId="20577"/>
          <ac:spMkLst>
            <pc:docMk/>
            <pc:sldMk cId="3400192738" sldId="364"/>
            <ac:spMk id="2" creationId="{23F3DFCE-3C57-1A57-C812-9FB45DED08B9}"/>
          </ac:spMkLst>
        </pc:spChg>
        <pc:spChg chg="mod">
          <ac:chgData name="Honza Foniok" userId="59df0b10f7bc623e" providerId="LiveId" clId="{8B7452A8-0EB6-4EAF-905C-F5EA451C72E5}" dt="2026-04-15T11:26:20.355" v="1796" actId="20577"/>
          <ac:spMkLst>
            <pc:docMk/>
            <pc:sldMk cId="3400192738" sldId="364"/>
            <ac:spMk id="3" creationId="{98DBEB10-6EDC-479B-8FF1-9D9AD5C041A8}"/>
          </ac:spMkLst>
        </pc:spChg>
        <pc:picChg chg="add mod">
          <ac:chgData name="Honza Foniok" userId="59df0b10f7bc623e" providerId="LiveId" clId="{8B7452A8-0EB6-4EAF-905C-F5EA451C72E5}" dt="2026-04-15T11:26:23.109" v="1797" actId="1076"/>
          <ac:picMkLst>
            <pc:docMk/>
            <pc:sldMk cId="3400192738" sldId="364"/>
            <ac:picMk id="7" creationId="{FED134D8-9FF9-82FC-7298-A584E1543012}"/>
          </ac:picMkLst>
        </pc:picChg>
      </pc:sldChg>
      <pc:sldChg chg="addSp modSp new del mod ord modNotesTx">
        <pc:chgData name="Honza Foniok" userId="59df0b10f7bc623e" providerId="LiveId" clId="{8B7452A8-0EB6-4EAF-905C-F5EA451C72E5}" dt="2026-04-15T14:40:32.167" v="2292" actId="47"/>
        <pc:sldMkLst>
          <pc:docMk/>
          <pc:sldMk cId="3460409336" sldId="365"/>
        </pc:sldMkLst>
      </pc:sldChg>
      <pc:sldChg chg="addSp modSp new mod">
        <pc:chgData name="Honza Foniok" userId="59df0b10f7bc623e" providerId="LiveId" clId="{8B7452A8-0EB6-4EAF-905C-F5EA451C72E5}" dt="2026-04-15T15:26:17.799" v="2857"/>
        <pc:sldMkLst>
          <pc:docMk/>
          <pc:sldMk cId="3927427509" sldId="366"/>
        </pc:sldMkLst>
        <pc:spChg chg="mod">
          <ac:chgData name="Honza Foniok" userId="59df0b10f7bc623e" providerId="LiveId" clId="{8B7452A8-0EB6-4EAF-905C-F5EA451C72E5}" dt="2026-04-15T15:26:17.799" v="2857"/>
          <ac:spMkLst>
            <pc:docMk/>
            <pc:sldMk cId="3927427509" sldId="366"/>
            <ac:spMk id="2" creationId="{C55F17B2-4652-D6DD-ED6F-30E4CB770384}"/>
          </ac:spMkLst>
        </pc:spChg>
        <pc:spChg chg="mod">
          <ac:chgData name="Honza Foniok" userId="59df0b10f7bc623e" providerId="LiveId" clId="{8B7452A8-0EB6-4EAF-905C-F5EA451C72E5}" dt="2026-04-15T09:13:37.639" v="1707" actId="20577"/>
          <ac:spMkLst>
            <pc:docMk/>
            <pc:sldMk cId="3927427509" sldId="366"/>
            <ac:spMk id="3" creationId="{39485F6D-87BD-8D0C-89B9-833E9E411CD8}"/>
          </ac:spMkLst>
        </pc:spChg>
        <pc:picChg chg="add mod">
          <ac:chgData name="Honza Foniok" userId="59df0b10f7bc623e" providerId="LiveId" clId="{8B7452A8-0EB6-4EAF-905C-F5EA451C72E5}" dt="2026-04-15T09:15:39.408" v="1751" actId="1076"/>
          <ac:picMkLst>
            <pc:docMk/>
            <pc:sldMk cId="3927427509" sldId="366"/>
            <ac:picMk id="1026" creationId="{116AA3BC-B26F-9F47-8838-984D20A33A62}"/>
          </ac:picMkLst>
        </pc:picChg>
      </pc:sldChg>
      <pc:sldChg chg="del">
        <pc:chgData name="Honza Foniok" userId="59df0b10f7bc623e" providerId="LiveId" clId="{8B7452A8-0EB6-4EAF-905C-F5EA451C72E5}" dt="2026-04-15T05:53:45.728" v="1470" actId="47"/>
        <pc:sldMkLst>
          <pc:docMk/>
          <pc:sldMk cId="1867247187" sldId="367"/>
        </pc:sldMkLst>
      </pc:sldChg>
      <pc:sldChg chg="addSp modSp new mod ord setBg">
        <pc:chgData name="Honza Foniok" userId="59df0b10f7bc623e" providerId="LiveId" clId="{8B7452A8-0EB6-4EAF-905C-F5EA451C72E5}" dt="2026-04-15T15:03:35.695" v="2427" actId="1076"/>
        <pc:sldMkLst>
          <pc:docMk/>
          <pc:sldMk cId="3509211474" sldId="367"/>
        </pc:sldMkLst>
        <pc:spChg chg="mod">
          <ac:chgData name="Honza Foniok" userId="59df0b10f7bc623e" providerId="LiveId" clId="{8B7452A8-0EB6-4EAF-905C-F5EA451C72E5}" dt="2026-04-15T14:56:09.348" v="2337"/>
          <ac:spMkLst>
            <pc:docMk/>
            <pc:sldMk cId="3509211474" sldId="367"/>
            <ac:spMk id="2" creationId="{A5C555D2-E371-7516-3B65-71B056564B18}"/>
          </ac:spMkLst>
        </pc:spChg>
        <pc:spChg chg="mod">
          <ac:chgData name="Honza Foniok" userId="59df0b10f7bc623e" providerId="LiveId" clId="{8B7452A8-0EB6-4EAF-905C-F5EA451C72E5}" dt="2026-04-15T14:58:21.575" v="2350" actId="403"/>
          <ac:spMkLst>
            <pc:docMk/>
            <pc:sldMk cId="3509211474" sldId="367"/>
            <ac:spMk id="3" creationId="{7DAB4C58-4B1B-3533-62D9-2E3CA32046C4}"/>
          </ac:spMkLst>
        </pc:spChg>
        <pc:spChg chg="mod">
          <ac:chgData name="Honza Foniok" userId="59df0b10f7bc623e" providerId="LiveId" clId="{8B7452A8-0EB6-4EAF-905C-F5EA451C72E5}" dt="2026-04-15T14:56:09.348" v="2337"/>
          <ac:spMkLst>
            <pc:docMk/>
            <pc:sldMk cId="3509211474" sldId="367"/>
            <ac:spMk id="4" creationId="{4317AD75-79C7-1518-DB0A-0F392E7E7E04}"/>
          </ac:spMkLst>
        </pc:spChg>
        <pc:spChg chg="mod">
          <ac:chgData name="Honza Foniok" userId="59df0b10f7bc623e" providerId="LiveId" clId="{8B7452A8-0EB6-4EAF-905C-F5EA451C72E5}" dt="2026-04-15T14:56:09.348" v="2337"/>
          <ac:spMkLst>
            <pc:docMk/>
            <pc:sldMk cId="3509211474" sldId="367"/>
            <ac:spMk id="5" creationId="{59950A18-67AE-FE45-B34C-CFD326FFC476}"/>
          </ac:spMkLst>
        </pc:spChg>
        <pc:spChg chg="add mod">
          <ac:chgData name="Honza Foniok" userId="59df0b10f7bc623e" providerId="LiveId" clId="{8B7452A8-0EB6-4EAF-905C-F5EA451C72E5}" dt="2026-04-15T15:03:35.695" v="2427" actId="1076"/>
          <ac:spMkLst>
            <pc:docMk/>
            <pc:sldMk cId="3509211474" sldId="367"/>
            <ac:spMk id="7" creationId="{5F4703E7-AC00-0D14-8508-C766635B8AC6}"/>
          </ac:spMkLst>
        </pc:spChg>
        <pc:picChg chg="add mod">
          <ac:chgData name="Honza Foniok" userId="59df0b10f7bc623e" providerId="LiveId" clId="{8B7452A8-0EB6-4EAF-905C-F5EA451C72E5}" dt="2026-04-15T14:58:24.910" v="2351" actId="1076"/>
          <ac:picMkLst>
            <pc:docMk/>
            <pc:sldMk cId="3509211474" sldId="367"/>
            <ac:picMk id="6" creationId="{79AFC455-8BD7-15DA-E265-85CE7B72CC32}"/>
          </ac:picMkLst>
        </pc:picChg>
      </pc:sldChg>
      <pc:sldChg chg="addSp delSp modSp new mod">
        <pc:chgData name="Honza Foniok" userId="59df0b10f7bc623e" providerId="LiveId" clId="{8B7452A8-0EB6-4EAF-905C-F5EA451C72E5}" dt="2026-04-15T15:11:58.128" v="2782" actId="1076"/>
        <pc:sldMkLst>
          <pc:docMk/>
          <pc:sldMk cId="1891654777" sldId="368"/>
        </pc:sldMkLst>
        <pc:spChg chg="mod">
          <ac:chgData name="Honza Foniok" userId="59df0b10f7bc623e" providerId="LiveId" clId="{8B7452A8-0EB6-4EAF-905C-F5EA451C72E5}" dt="2026-04-15T13:02:12" v="1819" actId="20577"/>
          <ac:spMkLst>
            <pc:docMk/>
            <pc:sldMk cId="1891654777" sldId="368"/>
            <ac:spMk id="2" creationId="{920F3376-43EC-4919-C9E3-27C1E20E6224}"/>
          </ac:spMkLst>
        </pc:spChg>
        <pc:spChg chg="mod">
          <ac:chgData name="Honza Foniok" userId="59df0b10f7bc623e" providerId="LiveId" clId="{8B7452A8-0EB6-4EAF-905C-F5EA451C72E5}" dt="2026-04-15T15:07:05.921" v="2463" actId="20577"/>
          <ac:spMkLst>
            <pc:docMk/>
            <pc:sldMk cId="1891654777" sldId="368"/>
            <ac:spMk id="3" creationId="{8E8F05EE-92E3-B25E-FD19-FD3668692EFF}"/>
          </ac:spMkLst>
        </pc:spChg>
        <pc:spChg chg="add mod">
          <ac:chgData name="Honza Foniok" userId="59df0b10f7bc623e" providerId="LiveId" clId="{8B7452A8-0EB6-4EAF-905C-F5EA451C72E5}" dt="2026-04-15T15:11:58.128" v="2782" actId="1076"/>
          <ac:spMkLst>
            <pc:docMk/>
            <pc:sldMk cId="1891654777" sldId="368"/>
            <ac:spMk id="7" creationId="{2C2DA705-1824-6A79-16EB-1274B0719556}"/>
          </ac:spMkLst>
        </pc:spChg>
        <pc:picChg chg="add mod">
          <ac:chgData name="Honza Foniok" userId="59df0b10f7bc623e" providerId="LiveId" clId="{8B7452A8-0EB6-4EAF-905C-F5EA451C72E5}" dt="2026-04-15T15:11:55.060" v="2781" actId="1076"/>
          <ac:picMkLst>
            <pc:docMk/>
            <pc:sldMk cId="1891654777" sldId="368"/>
            <ac:picMk id="6" creationId="{F302A24B-3698-269F-8716-E652996147A1}"/>
          </ac:picMkLst>
        </pc:picChg>
        <pc:picChg chg="add del mod">
          <ac:chgData name="Honza Foniok" userId="59df0b10f7bc623e" providerId="LiveId" clId="{8B7452A8-0EB6-4EAF-905C-F5EA451C72E5}" dt="2026-04-15T15:06:26.006" v="2447" actId="21"/>
          <ac:picMkLst>
            <pc:docMk/>
            <pc:sldMk cId="1891654777" sldId="368"/>
            <ac:picMk id="8" creationId="{63B099F4-D1FA-C637-B4C0-C03FA66AC7BF}"/>
          </ac:picMkLst>
        </pc:picChg>
      </pc:sldChg>
      <pc:sldChg chg="new del">
        <pc:chgData name="Honza Foniok" userId="59df0b10f7bc623e" providerId="LiveId" clId="{8B7452A8-0EB6-4EAF-905C-F5EA451C72E5}" dt="2026-04-15T13:01:39.254" v="1799" actId="47"/>
        <pc:sldMkLst>
          <pc:docMk/>
          <pc:sldMk cId="3114016940" sldId="368"/>
        </pc:sldMkLst>
      </pc:sldChg>
      <pc:sldChg chg="addSp delSp modSp new mod">
        <pc:chgData name="Honza Foniok" userId="59df0b10f7bc623e" providerId="LiveId" clId="{8B7452A8-0EB6-4EAF-905C-F5EA451C72E5}" dt="2026-04-15T14:59:15.467" v="2363" actId="1076"/>
        <pc:sldMkLst>
          <pc:docMk/>
          <pc:sldMk cId="908799694" sldId="369"/>
        </pc:sldMkLst>
        <pc:spChg chg="mod">
          <ac:chgData name="Honza Foniok" userId="59df0b10f7bc623e" providerId="LiveId" clId="{8B7452A8-0EB6-4EAF-905C-F5EA451C72E5}" dt="2026-04-15T13:06:50.429" v="2161" actId="20577"/>
          <ac:spMkLst>
            <pc:docMk/>
            <pc:sldMk cId="908799694" sldId="369"/>
            <ac:spMk id="2" creationId="{1D119474-2805-2A37-E387-4978DABBD365}"/>
          </ac:spMkLst>
        </pc:spChg>
        <pc:spChg chg="add del mod">
          <ac:chgData name="Honza Foniok" userId="59df0b10f7bc623e" providerId="LiveId" clId="{8B7452A8-0EB6-4EAF-905C-F5EA451C72E5}" dt="2026-04-15T14:59:08.090" v="2361" actId="403"/>
          <ac:spMkLst>
            <pc:docMk/>
            <pc:sldMk cId="908799694" sldId="369"/>
            <ac:spMk id="3" creationId="{2D6999B8-55EC-E3A4-043D-D73676D27454}"/>
          </ac:spMkLst>
        </pc:spChg>
        <pc:picChg chg="add mod">
          <ac:chgData name="Honza Foniok" userId="59df0b10f7bc623e" providerId="LiveId" clId="{8B7452A8-0EB6-4EAF-905C-F5EA451C72E5}" dt="2026-04-15T14:59:15.467" v="2363" actId="1076"/>
          <ac:picMkLst>
            <pc:docMk/>
            <pc:sldMk cId="908799694" sldId="369"/>
            <ac:picMk id="6" creationId="{A14FE216-E4AB-DB41-1D69-E30295BDD61B}"/>
          </ac:picMkLst>
        </pc:picChg>
        <pc:picChg chg="add mod">
          <ac:chgData name="Honza Foniok" userId="59df0b10f7bc623e" providerId="LiveId" clId="{8B7452A8-0EB6-4EAF-905C-F5EA451C72E5}" dt="2026-04-15T13:08:38.757" v="2166"/>
          <ac:picMkLst>
            <pc:docMk/>
            <pc:sldMk cId="908799694" sldId="369"/>
            <ac:picMk id="7" creationId="{1AC41706-64B8-E208-6473-9B7953DDE337}"/>
          </ac:picMkLst>
        </pc:picChg>
      </pc:sldChg>
      <pc:sldChg chg="modSp new mod">
        <pc:chgData name="Honza Foniok" userId="59df0b10f7bc623e" providerId="LiveId" clId="{8B7452A8-0EB6-4EAF-905C-F5EA451C72E5}" dt="2026-04-15T15:03:02.349" v="2424"/>
        <pc:sldMkLst>
          <pc:docMk/>
          <pc:sldMk cId="1282484812" sldId="370"/>
        </pc:sldMkLst>
        <pc:spChg chg="mod">
          <ac:chgData name="Honza Foniok" userId="59df0b10f7bc623e" providerId="LiveId" clId="{8B7452A8-0EB6-4EAF-905C-F5EA451C72E5}" dt="2026-04-15T15:00:38.568" v="2405" actId="20577"/>
          <ac:spMkLst>
            <pc:docMk/>
            <pc:sldMk cId="1282484812" sldId="370"/>
            <ac:spMk id="2" creationId="{47D5FE22-E3F2-6AA3-0D8F-EA6AEBAE38D7}"/>
          </ac:spMkLst>
        </pc:spChg>
        <pc:spChg chg="mod">
          <ac:chgData name="Honza Foniok" userId="59df0b10f7bc623e" providerId="LiveId" clId="{8B7452A8-0EB6-4EAF-905C-F5EA451C72E5}" dt="2026-04-15T15:03:02.349" v="2424"/>
          <ac:spMkLst>
            <pc:docMk/>
            <pc:sldMk cId="1282484812" sldId="370"/>
            <ac:spMk id="3" creationId="{A5AEB76A-5124-0FA3-6147-E9629BCAC2FB}"/>
          </ac:spMkLst>
        </pc:spChg>
      </pc:sldChg>
      <pc:sldChg chg="addSp modSp new mod">
        <pc:chgData name="Honza Foniok" userId="59df0b10f7bc623e" providerId="LiveId" clId="{8B7452A8-0EB6-4EAF-905C-F5EA451C72E5}" dt="2026-04-15T15:34:56.335" v="2916" actId="20577"/>
        <pc:sldMkLst>
          <pc:docMk/>
          <pc:sldMk cId="3070827447" sldId="371"/>
        </pc:sldMkLst>
        <pc:spChg chg="mod">
          <ac:chgData name="Honza Foniok" userId="59df0b10f7bc623e" providerId="LiveId" clId="{8B7452A8-0EB6-4EAF-905C-F5EA451C72E5}" dt="2026-04-15T15:12:30.023" v="2805" actId="20577"/>
          <ac:spMkLst>
            <pc:docMk/>
            <pc:sldMk cId="3070827447" sldId="371"/>
            <ac:spMk id="2" creationId="{9DFC5181-7CE5-0F40-3008-534738FD1FD0}"/>
          </ac:spMkLst>
        </pc:spChg>
        <pc:spChg chg="mod">
          <ac:chgData name="Honza Foniok" userId="59df0b10f7bc623e" providerId="LiveId" clId="{8B7452A8-0EB6-4EAF-905C-F5EA451C72E5}" dt="2026-04-15T15:34:56.335" v="2916" actId="20577"/>
          <ac:spMkLst>
            <pc:docMk/>
            <pc:sldMk cId="3070827447" sldId="371"/>
            <ac:spMk id="3" creationId="{1D67D3EE-0244-C92B-42FC-3B8FDFBF5368}"/>
          </ac:spMkLst>
        </pc:spChg>
        <pc:picChg chg="add mod">
          <ac:chgData name="Honza Foniok" userId="59df0b10f7bc623e" providerId="LiveId" clId="{8B7452A8-0EB6-4EAF-905C-F5EA451C72E5}" dt="2026-04-15T15:11:47.837" v="2780" actId="1076"/>
          <ac:picMkLst>
            <pc:docMk/>
            <pc:sldMk cId="3070827447" sldId="371"/>
            <ac:picMk id="8" creationId="{63B099F4-D1FA-C637-B4C0-C03FA66AC7BF}"/>
          </ac:picMkLst>
        </pc:picChg>
      </pc:sldChg>
      <pc:sldChg chg="add del">
        <pc:chgData name="Honza Foniok" userId="59df0b10f7bc623e" providerId="LiveId" clId="{8B7452A8-0EB6-4EAF-905C-F5EA451C72E5}" dt="2026-04-15T15:06:22.532" v="2445"/>
        <pc:sldMkLst>
          <pc:docMk/>
          <pc:sldMk cId="1787607616" sldId="3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248BC-8803-4E58-9459-89477C0D9646}" type="datetimeFigureOut">
              <a:rPr lang="cs-CZ" smtClean="0"/>
              <a:t>15.04.2026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98D45-A175-472D-97B5-10544CE79D6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9065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6EC08-990F-4F8C-B824-F1A77F184F2A}" type="datetimeFigureOut">
              <a:rPr lang="cs-CZ" smtClean="0"/>
              <a:t>15.04.2026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99B60-A349-49F7-B6A7-E9B08A0DC0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971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99B60-A349-49F7-B6A7-E9B08A0DC00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163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Případné otázky prosím na konci prezentace.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99B60-A349-49F7-B6A7-E9B08A0DC00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5585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99B60-A349-49F7-B6A7-E9B08A0DC00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8761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Nástroj pro projektové řízení, ideálně ve formě open-source licence, tedy s otevřeným zdrojovým kódem, který si uživatelé mohou sami vylepšit.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99B60-A349-49F7-B6A7-E9B08A0DC00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5661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Vytvořena funkční aplikace dle navržené architektury a definovaných požadavků.</a:t>
            </a:r>
          </a:p>
          <a:p>
            <a:r>
              <a:rPr lang="cs-CZ" dirty="0"/>
              <a:t>Změna formuláře pro zdroje, který byl rozdělen na zaměstnance a vybavení.</a:t>
            </a:r>
          </a:p>
          <a:p>
            <a:r>
              <a:rPr lang="cs-CZ" dirty="0"/>
              <a:t>Sladění barev je poměrně čisté náhodné, snaha byla o barevný styl naší divize. 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99B60-A349-49F7-B6A7-E9B08A0DC00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44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Úprava GUI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99B60-A349-49F7-B6A7-E9B08A0DC00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8332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99B60-A349-49F7-B6A7-E9B08A0DC009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77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057179"/>
            <a:ext cx="13442950" cy="504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983877"/>
            <a:ext cx="13442950" cy="733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9865" y="836780"/>
            <a:ext cx="11090434" cy="3931857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820" spc="-5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21" y="4912529"/>
            <a:ext cx="11090434" cy="1260211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646" cap="all" spc="221" baseline="0">
                <a:solidFill>
                  <a:schemeClr val="tx2"/>
                </a:solidFill>
                <a:latin typeface="+mj-lt"/>
              </a:defRPr>
            </a:lvl1pPr>
            <a:lvl2pPr marL="504063" indent="0" algn="ctr">
              <a:buNone/>
              <a:defRPr sz="2646"/>
            </a:lvl2pPr>
            <a:lvl3pPr marL="1008126" indent="0" algn="ctr">
              <a:buNone/>
              <a:defRPr sz="2646"/>
            </a:lvl3pPr>
            <a:lvl4pPr marL="1512189" indent="0" algn="ctr">
              <a:buNone/>
              <a:defRPr sz="2205"/>
            </a:lvl4pPr>
            <a:lvl5pPr marL="2016252" indent="0" algn="ctr">
              <a:buNone/>
              <a:defRPr sz="2205"/>
            </a:lvl5pPr>
            <a:lvl6pPr marL="2520315" indent="0" algn="ctr">
              <a:buNone/>
              <a:defRPr sz="2205"/>
            </a:lvl6pPr>
            <a:lvl7pPr marL="3024378" indent="0" algn="ctr">
              <a:buNone/>
              <a:defRPr sz="2205"/>
            </a:lvl7pPr>
            <a:lvl8pPr marL="3528441" indent="0" algn="ctr">
              <a:buNone/>
              <a:defRPr sz="2205"/>
            </a:lvl8pPr>
            <a:lvl9pPr marL="4032504" indent="0" algn="ctr">
              <a:buNone/>
              <a:defRPr sz="2205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331568" y="4788800"/>
            <a:ext cx="1088879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78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kpv.zcu.cz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9357E-D315-4146-BEB7-6F6C7780B7D2}"/>
              </a:ext>
            </a:extLst>
          </p:cNvPr>
          <p:cNvSpPr/>
          <p:nvPr userDrawn="1"/>
        </p:nvSpPr>
        <p:spPr>
          <a:xfrm>
            <a:off x="1" y="1080000"/>
            <a:ext cx="1344295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18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E74CE6-77FA-4DB8-85D2-EE62CFEF4E35}"/>
              </a:ext>
            </a:extLst>
          </p:cNvPr>
          <p:cNvSpPr txBox="1">
            <a:spLocks/>
          </p:cNvSpPr>
          <p:nvPr userDrawn="1"/>
        </p:nvSpPr>
        <p:spPr>
          <a:xfrm>
            <a:off x="535" y="0"/>
            <a:ext cx="13441882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txBody>
          <a:bodyPr vert="horz" wrap="square" lIns="432000" tIns="0" rIns="43200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cs-CZ" sz="2800" spc="-8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681FB510-58D2-4562-9F0F-C8131A2AE4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111" y="6876789"/>
            <a:ext cx="4032634" cy="35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FC7630CF-3083-40CA-A78C-5C1A4FDDC8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3391" y="6876789"/>
            <a:ext cx="4032634" cy="35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3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01" y="7057179"/>
            <a:ext cx="13439449" cy="504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983877"/>
            <a:ext cx="13439449" cy="70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9865" y="836780"/>
            <a:ext cx="11090434" cy="3931857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82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9865" y="4909780"/>
            <a:ext cx="11090434" cy="1260211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646" cap="all" spc="221" baseline="0">
                <a:solidFill>
                  <a:schemeClr val="tx2"/>
                </a:solidFill>
                <a:latin typeface="+mj-lt"/>
              </a:defRPr>
            </a:lvl1pPr>
            <a:lvl2pPr marL="504063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12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189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25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4378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84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2504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331568" y="4788800"/>
            <a:ext cx="1088879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09865" y="315994"/>
            <a:ext cx="11090434" cy="159952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865" y="2035008"/>
            <a:ext cx="5444395" cy="443594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5904" y="2035008"/>
            <a:ext cx="5444395" cy="4435941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599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209865" y="315994"/>
            <a:ext cx="11090434" cy="159952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9865" y="2035358"/>
            <a:ext cx="5444395" cy="81178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5" b="0" cap="all" baseline="0">
                <a:solidFill>
                  <a:schemeClr val="tx2"/>
                </a:solidFill>
              </a:defRPr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9865" y="2847144"/>
            <a:ext cx="5444395" cy="3623805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55904" y="2035358"/>
            <a:ext cx="5444395" cy="81178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5" b="0" cap="all" baseline="0">
                <a:solidFill>
                  <a:schemeClr val="tx2"/>
                </a:solidFill>
              </a:defRPr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55904" y="2847143"/>
            <a:ext cx="5444395" cy="3623805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467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675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01" y="7057179"/>
            <a:ext cx="13439449" cy="504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983877"/>
            <a:ext cx="13439449" cy="70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cs-CZ"/>
              <a:t>kpv.zcu.cz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82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466419" cy="75612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454599" y="0"/>
            <a:ext cx="70575" cy="7561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111" y="655308"/>
            <a:ext cx="3528774" cy="2520421"/>
          </a:xfrm>
        </p:spPr>
        <p:txBody>
          <a:bodyPr anchor="b">
            <a:normAutofit/>
          </a:bodyPr>
          <a:lstStyle>
            <a:lvl1pPr>
              <a:defRPr sz="3969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3162" y="806535"/>
            <a:ext cx="7158371" cy="579696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111" y="3226139"/>
            <a:ext cx="3528774" cy="3725641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654">
                <a:solidFill>
                  <a:srgbClr val="FFFFFF"/>
                </a:solidFill>
              </a:defRPr>
            </a:lvl1pPr>
            <a:lvl2pPr marL="504063" indent="0">
              <a:buNone/>
              <a:defRPr sz="1323"/>
            </a:lvl2pPr>
            <a:lvl3pPr marL="1008126" indent="0">
              <a:buNone/>
              <a:defRPr sz="1103"/>
            </a:lvl3pPr>
            <a:lvl4pPr marL="1512189" indent="0">
              <a:buNone/>
              <a:defRPr sz="992"/>
            </a:lvl4pPr>
            <a:lvl5pPr marL="2016252" indent="0">
              <a:buNone/>
              <a:defRPr sz="992"/>
            </a:lvl5pPr>
            <a:lvl6pPr marL="2520315" indent="0">
              <a:buNone/>
              <a:defRPr sz="992"/>
            </a:lvl6pPr>
            <a:lvl7pPr marL="3024378" indent="0">
              <a:buNone/>
              <a:defRPr sz="992"/>
            </a:lvl7pPr>
            <a:lvl8pPr marL="3528441" indent="0">
              <a:buNone/>
              <a:defRPr sz="992"/>
            </a:lvl8pPr>
            <a:lvl9pPr marL="4032504" indent="0">
              <a:buNone/>
              <a:defRPr sz="992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3275" y="7122213"/>
            <a:ext cx="2887180" cy="402567"/>
          </a:xfrm>
        </p:spPr>
        <p:txBody>
          <a:bodyPr/>
          <a:lstStyle>
            <a:lvl1pPr algn="l">
              <a:defRPr/>
            </a:lvl1pPr>
          </a:lstStyle>
          <a:p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93161" y="7122213"/>
            <a:ext cx="5125125" cy="402567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kpv.zcu.cz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795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460912"/>
            <a:ext cx="13439449" cy="21003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5419099"/>
            <a:ext cx="13439449" cy="70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9866" y="5595334"/>
            <a:ext cx="11151347" cy="907352"/>
          </a:xfrm>
        </p:spPr>
        <p:txBody>
          <a:bodyPr tIns="0" bIns="0" anchor="b">
            <a:noAutofit/>
          </a:bodyPr>
          <a:lstStyle>
            <a:lvl1pPr>
              <a:defRPr sz="3969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3442933" cy="5419099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528"/>
            </a:lvl1pPr>
            <a:lvl2pPr marL="504063" indent="0">
              <a:buNone/>
              <a:defRPr sz="3087"/>
            </a:lvl2pPr>
            <a:lvl3pPr marL="1008126" indent="0">
              <a:buNone/>
              <a:defRPr sz="2646"/>
            </a:lvl3pPr>
            <a:lvl4pPr marL="1512189" indent="0">
              <a:buNone/>
              <a:defRPr sz="2205"/>
            </a:lvl4pPr>
            <a:lvl5pPr marL="2016252" indent="0">
              <a:buNone/>
              <a:defRPr sz="2205"/>
            </a:lvl5pPr>
            <a:lvl6pPr marL="2520315" indent="0">
              <a:buNone/>
              <a:defRPr sz="2205"/>
            </a:lvl6pPr>
            <a:lvl7pPr marL="3024378" indent="0">
              <a:buNone/>
              <a:defRPr sz="2205"/>
            </a:lvl7pPr>
            <a:lvl8pPr marL="3528441" indent="0">
              <a:buNone/>
              <a:defRPr sz="2205"/>
            </a:lvl8pPr>
            <a:lvl9pPr marL="4032504" indent="0">
              <a:buNone/>
              <a:defRPr sz="2205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9866" y="6512768"/>
            <a:ext cx="11150927" cy="655309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62"/>
              </a:spcAft>
              <a:buNone/>
              <a:defRPr sz="1654">
                <a:solidFill>
                  <a:srgbClr val="FFFFFF"/>
                </a:solidFill>
              </a:defRPr>
            </a:lvl1pPr>
            <a:lvl2pPr marL="504063" indent="0">
              <a:buNone/>
              <a:defRPr sz="1323"/>
            </a:lvl2pPr>
            <a:lvl3pPr marL="1008126" indent="0">
              <a:buNone/>
              <a:defRPr sz="1103"/>
            </a:lvl3pPr>
            <a:lvl4pPr marL="1512189" indent="0">
              <a:buNone/>
              <a:defRPr sz="992"/>
            </a:lvl4pPr>
            <a:lvl5pPr marL="2016252" indent="0">
              <a:buNone/>
              <a:defRPr sz="992"/>
            </a:lvl5pPr>
            <a:lvl6pPr marL="2520315" indent="0">
              <a:buNone/>
              <a:defRPr sz="992"/>
            </a:lvl6pPr>
            <a:lvl7pPr marL="3024378" indent="0">
              <a:buNone/>
              <a:defRPr sz="992"/>
            </a:lvl7pPr>
            <a:lvl8pPr marL="3528441" indent="0">
              <a:buNone/>
              <a:defRPr sz="992"/>
            </a:lvl8pPr>
            <a:lvl9pPr marL="4032504" indent="0">
              <a:buNone/>
              <a:defRPr sz="992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1491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422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01" y="7057179"/>
            <a:ext cx="13439449" cy="504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983877"/>
            <a:ext cx="13439449" cy="70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20111" y="454582"/>
            <a:ext cx="2898636" cy="635055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4203" y="454582"/>
            <a:ext cx="8527871" cy="6350555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9471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703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01" y="7057179"/>
            <a:ext cx="13439449" cy="504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17" y="6983877"/>
            <a:ext cx="13439449" cy="70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9865" y="315994"/>
            <a:ext cx="11090434" cy="15995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9865" y="2035007"/>
            <a:ext cx="11090434" cy="44359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9866" y="7122213"/>
            <a:ext cx="2725936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64403" y="7122213"/>
            <a:ext cx="5317644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 cap="all" baseline="0">
                <a:solidFill>
                  <a:srgbClr val="FFFFFF"/>
                </a:solidFill>
              </a:defRPr>
            </a:lvl1pPr>
          </a:lstStyle>
          <a:p>
            <a:r>
              <a:rPr lang="cs-CZ"/>
              <a:t>kpv.zcu.cz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16287" y="7122213"/>
            <a:ext cx="1446644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8">
                <a:solidFill>
                  <a:srgbClr val="FFFFFF"/>
                </a:solidFill>
              </a:defRPr>
            </a:lvl1pPr>
          </a:lstStyle>
          <a:p>
            <a:fld id="{F1E6EB02-BEEA-4AEA-8B7E-F8311C2221C1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1315993" y="1916055"/>
            <a:ext cx="109896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hdr="0" dt="0"/>
  <p:txStyles>
    <p:titleStyle>
      <a:lvl1pPr algn="l" defTabSz="1008126" rtl="0" eaLnBrk="1" latinLnBrk="0" hangingPunct="1">
        <a:lnSpc>
          <a:spcPct val="85000"/>
        </a:lnSpc>
        <a:spcBef>
          <a:spcPct val="0"/>
        </a:spcBef>
        <a:buNone/>
        <a:defRPr sz="5292" kern="1200" spc="-5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0813" indent="-100813" algn="l" defTabSz="1008126" rtl="0" eaLnBrk="1" latinLnBrk="0" hangingPunct="1">
        <a:lnSpc>
          <a:spcPct val="90000"/>
        </a:lnSpc>
        <a:spcBef>
          <a:spcPts val="1323"/>
        </a:spcBef>
        <a:spcAft>
          <a:spcPts val="221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2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3413" indent="-201625" algn="l" defTabSz="1008126" rtl="0" eaLnBrk="1" latinLnBrk="0" hangingPunct="1">
        <a:lnSpc>
          <a:spcPct val="90000"/>
        </a:lnSpc>
        <a:spcBef>
          <a:spcPts val="221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98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5038" indent="-201625" algn="l" defTabSz="1008126" rtl="0" eaLnBrk="1" latinLnBrk="0" hangingPunct="1">
        <a:lnSpc>
          <a:spcPct val="90000"/>
        </a:lnSpc>
        <a:spcBef>
          <a:spcPts val="221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26663" indent="-201625" algn="l" defTabSz="1008126" rtl="0" eaLnBrk="1" latinLnBrk="0" hangingPunct="1">
        <a:lnSpc>
          <a:spcPct val="90000"/>
        </a:lnSpc>
        <a:spcBef>
          <a:spcPts val="221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28289" indent="-201625" algn="l" defTabSz="1008126" rtl="0" eaLnBrk="1" latinLnBrk="0" hangingPunct="1">
        <a:lnSpc>
          <a:spcPct val="90000"/>
        </a:lnSpc>
        <a:spcBef>
          <a:spcPts val="221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12750" indent="-252032" algn="l" defTabSz="1008126" rtl="0" eaLnBrk="1" latinLnBrk="0" hangingPunct="1">
        <a:lnSpc>
          <a:spcPct val="90000"/>
        </a:lnSpc>
        <a:spcBef>
          <a:spcPts val="221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33250" indent="-252032" algn="l" defTabSz="1008126" rtl="0" eaLnBrk="1" latinLnBrk="0" hangingPunct="1">
        <a:lnSpc>
          <a:spcPct val="90000"/>
        </a:lnSpc>
        <a:spcBef>
          <a:spcPts val="221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53750" indent="-252032" algn="l" defTabSz="1008126" rtl="0" eaLnBrk="1" latinLnBrk="0" hangingPunct="1">
        <a:lnSpc>
          <a:spcPct val="90000"/>
        </a:lnSpc>
        <a:spcBef>
          <a:spcPts val="221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74250" indent="-252032" algn="l" defTabSz="1008126" rtl="0" eaLnBrk="1" latinLnBrk="0" hangingPunct="1">
        <a:lnSpc>
          <a:spcPct val="90000"/>
        </a:lnSpc>
        <a:spcBef>
          <a:spcPts val="221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378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441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504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packagecloud.io/what-is-docker-a-beginners-guide/" TargetMode="External"/><Relationship Id="rId2" Type="http://schemas.openxmlformats.org/officeDocument/2006/relationships/hyperlink" Target="https://www.micronova.de/en/testing/novacarts/hil-simulators/novacarts-battery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563525" y="1962136"/>
            <a:ext cx="12562166" cy="3636990"/>
          </a:xfrm>
          <a:prstGeom prst="rect">
            <a:avLst/>
          </a:prstGeom>
        </p:spPr>
        <p:txBody>
          <a:bodyPr vert="horz" lIns="720000" tIns="0" rIns="720000" bIns="0" rtlCol="0" anchor="t">
            <a:noAutofit/>
          </a:bodyPr>
          <a:lstStyle>
            <a:lvl1pPr algn="ctr" defTabSz="10080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5400" b="1" spc="-80" dirty="0">
                <a:solidFill>
                  <a:srgbClr val="3889BA"/>
                </a:solidFill>
                <a:cs typeface="Times New Roman" panose="02020603050405020304" pitchFamily="18" charset="0"/>
              </a:rPr>
              <a:t>NÁVRH A IMPLEMENTACE PROJEKTOVÉHO PLÁNOVACÍHO NÁSTROJE PRO TESTOVACÍ SOFTWARE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32DAEE2-206F-4E91-A85E-59E12FDCFE80}"/>
              </a:ext>
            </a:extLst>
          </p:cNvPr>
          <p:cNvSpPr txBox="1">
            <a:spLocks/>
          </p:cNvSpPr>
          <p:nvPr/>
        </p:nvSpPr>
        <p:spPr>
          <a:xfrm>
            <a:off x="563525" y="5752214"/>
            <a:ext cx="5006285" cy="887740"/>
          </a:xfrm>
          <a:prstGeom prst="rect">
            <a:avLst/>
          </a:prstGeom>
        </p:spPr>
        <p:txBody>
          <a:bodyPr vert="horz" lIns="720000" tIns="0" rIns="720000" bIns="0" rtlCol="0" anchor="t">
            <a:noAutofit/>
          </a:bodyPr>
          <a:lstStyle>
            <a:lvl1pPr algn="ctr" defTabSz="10080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Jan Foniok</a:t>
            </a:r>
            <a:endParaRPr lang="cs-CZ" sz="2800" spc="-8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  <a:p>
            <a:pPr algn="l"/>
            <a:r>
              <a:rPr lang="cs-CZ" sz="28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2026</a:t>
            </a:r>
          </a:p>
        </p:txBody>
      </p:sp>
      <p:pic>
        <p:nvPicPr>
          <p:cNvPr id="1026" name="Picture 2" descr="https://northeurope1-mediap.svc.ms/transform/thumbnail?provider=spo&amp;inputFormat=pdf&amp;cs=NWUzY2U2YzAtMmIxZi00Mjg1LThkNGItNzVlZTc4Nzg3MzQ2fFNQTw&amp;correlationId=31eac5a1-60c1-0000-7e0f-ed05c7219b63&amp;docid=https%3A%2F%2Fzcu365.sharepoint.com%2Fsites%2FORKPV%2F_api%2Fv2.0%2Fdrives%2Fb!mr1xTpjmpkupf0_iQhahmiAkQFSEqlhArWtmf2mEcKxHggNrScuTQbx21leXtlth%2Fitems%2F01KMFPZKGC5Y2P6KS6DFBKG3EQZ35N7BX3%3Ftempauth%3Dv1.eyJzaXRlaWQiOiI0ZTcxYmQ5YS1lNjk4LTRiYTYtYTk3Zi00ZmUyNDIxNmExOWEiLCJhcHBfZGlzcGxheW5hbWUiOiJNaWNyb3NvZnQgVGVhbXMgV2ViIENsaWVudCIsImFwcGlkIjoiNWUzY2U2YzAtMmIxZi00Mjg1LThkNGItNzVlZTc4Nzg3MzQ2IiwiYXVkIjoiMDAwMDAwMDMtMDAwMC0wZmYxLWNlMDAtMDAwMDAwMDAwMDAwL3pjdTM2NS5zaGFyZXBvaW50LmNvbUA5YmQ1Yzc2OC05MGI4LTRlNGYtODQxNi0xNDc3MjlkOTFjNTMiLCJleHAiOiIxNzU3OTQ2MDQzIn0.CkAKDGVudHJhX2NsYWltcxIwQ0lESm5zWUdFQUFhRm5JMFpVSm9kWFJvY1ZWTGJuSXlkbVZCV0Y5d1FVRXFBQT09CgsKBHNuaWQSAzE1MxILCOj3yL3Zjro-EAUaDjE0Ny4yMjguNDIuMTM0KixnYWtQYUwyampjd3lQR3VSZmR3eFFFK2NuNFVwa29KNzRucUN3cmFJWVFvPTCmATgBQhChxeoxwWAAAH4P7QXHIZtjShBoYXNoZWRwcm9vZnRva2VuUhJbImttc2kiLCJkdmNfY21wIl1qJDQ4MDBlZjE1LTE3NzMtNDJjMS04NDY0LTc1NzM3NzJmODgyNHIpMGguZnxtZW1iZXJzaGlwfDEwMDNiZmZkYWU3Y2Y2OTdAbGl2ZS5jb216ATKCARIJaMfVm7iQT04RhBYUdynZHFOSAQZBbmRyZWGaAQrFoGltZXJvdsOhogEZc2ltZXJvdmFAb2ZmaWNlMzY1LnpjdS5jeqoBEDEwMDNCRkZEQUU3Q0Y2OTeyAVdjb250YWluZXIuc2VsZWN0ZWQgbXlmaWxlcy53cml0ZSBhbGxzaXRlcy5mdWxsY29udHJvbCBhbGxzaXRlcy5tYW5hZ2UgYWxscHJvZmlsZXMud3JpdGXIAQE.F0Tng5ypE3agOU2ZUkgBf85BkJ3bcAR5m4sbcBODru8%26version%3DPublished&amp;encodeFailures=1&amp;width=1784&amp;height=799">
            <a:extLst>
              <a:ext uri="{FF2B5EF4-FFF2-40B4-BE49-F238E27FC236}">
                <a16:creationId xmlns:a16="http://schemas.microsoft.com/office/drawing/2014/main" id="{66A30DD7-22A1-498F-B073-F56E445DA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25" y="47941"/>
            <a:ext cx="5977196" cy="179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63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20D1D3-C84A-4A7D-8073-A85B929E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Times New Roman" panose="02020603050405020304" pitchFamily="18" charset="0"/>
              </a:rPr>
              <a:t>Obsah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7F071E7D-18FB-4A93-9111-50FB3D6A8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9865" y="2021937"/>
            <a:ext cx="5511610" cy="4335833"/>
          </a:xfrm>
        </p:spPr>
        <p:txBody>
          <a:bodyPr/>
          <a:lstStyle/>
          <a:p>
            <a:pPr marL="564668" lvl="1" indent="-342900">
              <a:buFont typeface="Wingdings" panose="05000000000000000000" pitchFamily="2" charset="2"/>
              <a:buChar char="Ø"/>
            </a:pPr>
            <a:r>
              <a:rPr lang="cs-CZ" sz="2400" dirty="0">
                <a:cs typeface="Times New Roman" panose="02020603050405020304" pitchFamily="18" charset="0"/>
              </a:rPr>
              <a:t>Úvod do </a:t>
            </a:r>
            <a:r>
              <a:rPr lang="en-GB" sz="2400" dirty="0" err="1">
                <a:cs typeface="Times New Roman" panose="02020603050405020304" pitchFamily="18" charset="0"/>
              </a:rPr>
              <a:t>problematiky</a:t>
            </a:r>
            <a:endParaRPr lang="en-GB" sz="2400" dirty="0">
              <a:cs typeface="Times New Roman" panose="02020603050405020304" pitchFamily="18" charset="0"/>
            </a:endParaRPr>
          </a:p>
          <a:p>
            <a:pPr marL="564668" lvl="1" indent="-342900">
              <a:buFont typeface="Wingdings" panose="05000000000000000000" pitchFamily="2" charset="2"/>
              <a:buChar char="Ø"/>
            </a:pPr>
            <a:r>
              <a:rPr lang="en-GB" sz="2400" dirty="0">
                <a:cs typeface="Times New Roman" panose="02020603050405020304" pitchFamily="18" charset="0"/>
              </a:rPr>
              <a:t>Zad</a:t>
            </a:r>
            <a:r>
              <a:rPr lang="cs-CZ" sz="2400" dirty="0" err="1">
                <a:cs typeface="Times New Roman" panose="02020603050405020304" pitchFamily="18" charset="0"/>
              </a:rPr>
              <a:t>ání</a:t>
            </a:r>
            <a:r>
              <a:rPr lang="cs-CZ" sz="2400" dirty="0">
                <a:cs typeface="Times New Roman" panose="02020603050405020304" pitchFamily="18" charset="0"/>
              </a:rPr>
              <a:t> a cíl práce </a:t>
            </a:r>
          </a:p>
          <a:p>
            <a:pPr marL="564668" lvl="1" indent="-342900">
              <a:buFont typeface="Wingdings" panose="05000000000000000000" pitchFamily="2" charset="2"/>
              <a:buChar char="Ø"/>
            </a:pPr>
            <a:r>
              <a:rPr lang="cs-CZ" sz="2400" dirty="0" err="1">
                <a:cs typeface="Times New Roman" panose="02020603050405020304" pitchFamily="18" charset="0"/>
              </a:rPr>
              <a:t>Backend</a:t>
            </a:r>
            <a:endParaRPr lang="cs-CZ" sz="2400" dirty="0">
              <a:cs typeface="Times New Roman" panose="02020603050405020304" pitchFamily="18" charset="0"/>
            </a:endParaRPr>
          </a:p>
          <a:p>
            <a:pPr marL="564668" lvl="1" indent="-342900">
              <a:buFont typeface="Wingdings" panose="05000000000000000000" pitchFamily="2" charset="2"/>
              <a:buChar char="Ø"/>
            </a:pPr>
            <a:r>
              <a:rPr lang="cs-CZ" sz="2400" dirty="0">
                <a:cs typeface="Times New Roman" panose="02020603050405020304" pitchFamily="18" charset="0"/>
              </a:rPr>
              <a:t>Návrh databáze</a:t>
            </a:r>
          </a:p>
          <a:p>
            <a:pPr marL="564668" lvl="1" indent="-342900">
              <a:buFont typeface="Wingdings" panose="05000000000000000000" pitchFamily="2" charset="2"/>
              <a:buChar char="Ø"/>
            </a:pPr>
            <a:r>
              <a:rPr lang="cs-CZ" sz="2400" dirty="0" err="1">
                <a:cs typeface="Times New Roman" panose="02020603050405020304" pitchFamily="18" charset="0"/>
              </a:rPr>
              <a:t>Frontend</a:t>
            </a:r>
            <a:endParaRPr lang="cs-CZ" sz="2400" dirty="0">
              <a:cs typeface="Times New Roman" panose="02020603050405020304" pitchFamily="18" charset="0"/>
            </a:endParaRPr>
          </a:p>
          <a:p>
            <a:pPr marL="564668" lvl="1" indent="-342900">
              <a:buFont typeface="Wingdings" panose="05000000000000000000" pitchFamily="2" charset="2"/>
              <a:buChar char="Ø"/>
            </a:pPr>
            <a:r>
              <a:rPr lang="cs-CZ" sz="2400" dirty="0">
                <a:cs typeface="Times New Roman" panose="02020603050405020304" pitchFamily="18" charset="0"/>
              </a:rPr>
              <a:t>Dosavadní postup</a:t>
            </a:r>
          </a:p>
          <a:p>
            <a:pPr marL="564668" lvl="1" indent="-342900">
              <a:buFont typeface="Wingdings" panose="05000000000000000000" pitchFamily="2" charset="2"/>
              <a:buChar char="Ø"/>
            </a:pPr>
            <a:r>
              <a:rPr lang="cs-CZ" sz="2400" dirty="0"/>
              <a:t>Nadcházející úkoly</a:t>
            </a:r>
          </a:p>
          <a:p>
            <a:pPr marL="564668" lvl="1" indent="-342900">
              <a:buFont typeface="Wingdings" panose="05000000000000000000" pitchFamily="2" charset="2"/>
              <a:buChar char="Ø"/>
            </a:pPr>
            <a:r>
              <a:rPr lang="cs-CZ" sz="2400" dirty="0"/>
              <a:t>Volitelné úkoly</a:t>
            </a:r>
            <a:endParaRPr lang="cs-CZ" sz="24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cs-CZ" dirty="0">
              <a:latin typeface="+mj-lt"/>
            </a:endParaRPr>
          </a:p>
          <a:p>
            <a:pPr marL="0" indent="0">
              <a:buNone/>
            </a:pPr>
            <a:endParaRPr lang="cs-CZ" dirty="0">
              <a:latin typeface="+mj-lt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BC156C-CF04-4CB8-818F-FDAFC098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kpv.zcu.cz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133F789-29A2-4F53-B45D-8E60F8FC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660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C555D2-E371-7516-3B65-71B0565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 do problematiky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AB4C58-4B1B-3533-62D9-2E3CA320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Nižší management často nepoužívá potřebný SW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Komplikovanost, cena, zbytečnost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 </a:t>
            </a:r>
            <a:r>
              <a:rPr lang="cs-CZ" sz="2400" dirty="0"/>
              <a:t>Chybí struktura projektu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Řídí se dle ticketů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317AD75-79C7-1518-DB0A-0F392E7E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kpv.zcu.cz</a:t>
            </a:r>
            <a:endParaRPr lang="en-US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9950A18-67AE-FE45-B34C-CFD326FF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4" descr="NovaCarts BMS HiL Testsystem von MicroNova, ein großes, schwarzes und blaues Testsystem mit modularen Komponenten zur Validierung von Batteriemanagementsystemen.">
            <a:extLst>
              <a:ext uri="{FF2B5EF4-FFF2-40B4-BE49-F238E27FC236}">
                <a16:creationId xmlns:a16="http://schemas.microsoft.com/office/drawing/2014/main" id="{79AFC455-8BD7-15DA-E265-85CE7B72C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457" y="2094238"/>
            <a:ext cx="4091784" cy="484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5F4703E7-AC00-0D14-8508-C766635B8AC6}"/>
              </a:ext>
            </a:extLst>
          </p:cNvPr>
          <p:cNvSpPr txBox="1"/>
          <p:nvPr/>
        </p:nvSpPr>
        <p:spPr>
          <a:xfrm>
            <a:off x="9382047" y="6640440"/>
            <a:ext cx="558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509211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C13F86-8561-4D5E-86CE-436213AE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Times New Roman" panose="02020603050405020304" pitchFamily="18" charset="0"/>
              </a:rPr>
              <a:t>Zadání a cíl práce</a:t>
            </a:r>
          </a:p>
        </p:txBody>
      </p:sp>
      <p:sp>
        <p:nvSpPr>
          <p:cNvPr id="8" name="Zástupný symbol pro obsah 5">
            <a:extLst>
              <a:ext uri="{FF2B5EF4-FFF2-40B4-BE49-F238E27FC236}">
                <a16:creationId xmlns:a16="http://schemas.microsoft.com/office/drawing/2014/main" id="{F3915F62-4E75-4BC8-A33D-6E39935201B4}"/>
              </a:ext>
            </a:extLst>
          </p:cNvPr>
          <p:cNvSpPr txBox="1">
            <a:spLocks/>
          </p:cNvSpPr>
          <p:nvPr/>
        </p:nvSpPr>
        <p:spPr>
          <a:xfrm>
            <a:off x="1333948" y="2097239"/>
            <a:ext cx="6002517" cy="46660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00803" indent="-100803" algn="l" defTabSz="1008035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75" indent="-201607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81" indent="-201607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88" indent="-201607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95" indent="-201607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640" indent="-252009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3120" indent="-252009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600" indent="-252009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4080" indent="-252009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cs-CZ" sz="2400" dirty="0">
                <a:cs typeface="Times New Roman" panose="02020603050405020304" pitchFamily="18" charset="0"/>
              </a:rPr>
              <a:t>Nástroj pro projektové řízení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>
                <a:cs typeface="Times New Roman" panose="02020603050405020304" pitchFamily="18" charset="0"/>
              </a:rPr>
              <a:t>Tabulka úloh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>
                <a:cs typeface="Times New Roman" panose="02020603050405020304" pitchFamily="18" charset="0"/>
              </a:rPr>
              <a:t>Tabulka zdrojů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 err="1">
                <a:cs typeface="Times New Roman" panose="02020603050405020304" pitchFamily="18" charset="0"/>
              </a:rPr>
              <a:t>Ganttův</a:t>
            </a:r>
            <a:r>
              <a:rPr lang="cs-CZ" sz="2000" dirty="0">
                <a:cs typeface="Times New Roman" panose="02020603050405020304" pitchFamily="18" charset="0"/>
              </a:rPr>
              <a:t> diagram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>
                <a:cs typeface="Times New Roman" panose="02020603050405020304" pitchFamily="18" charset="0"/>
              </a:rPr>
              <a:t>Vyznačení kritické cesty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>
                <a:cs typeface="Times New Roman" panose="02020603050405020304" pitchFamily="18" charset="0"/>
              </a:rPr>
              <a:t>Podmínky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>
                <a:cs typeface="Times New Roman" panose="02020603050405020304" pitchFamily="18" charset="0"/>
              </a:rPr>
              <a:t>Freeware/open-source licence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>
                <a:cs typeface="Times New Roman" panose="02020603050405020304" pitchFamily="18" charset="0"/>
              </a:rPr>
              <a:t>Jednoduchost</a:t>
            </a:r>
          </a:p>
          <a:p>
            <a:pPr>
              <a:buFont typeface="Wingdings" panose="05000000000000000000" pitchFamily="2" charset="2"/>
              <a:buChar char="Ø"/>
            </a:pPr>
            <a:endParaRPr lang="cs-CZ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256EEA9-4B15-44A5-ADCE-2725D1B9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2B4F74D-DB0F-482D-901B-F1EF8EC3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4</a:t>
            </a:fld>
            <a:endParaRPr lang="cs-CZ"/>
          </a:p>
        </p:txBody>
      </p:sp>
      <p:pic>
        <p:nvPicPr>
          <p:cNvPr id="3" name="Obrázek 2" descr="Obsah obrázku text, snímek obrazovky, software, číslo&#10;&#10;Obsah generovaný pomocí AI může být nesprávný.">
            <a:extLst>
              <a:ext uri="{FF2B5EF4-FFF2-40B4-BE49-F238E27FC236}">
                <a16:creationId xmlns:a16="http://schemas.microsoft.com/office/drawing/2014/main" id="{643BE051-7FDF-97A4-5083-D01AFD1F66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20" t="19942" r="13569"/>
          <a:stretch>
            <a:fillRect/>
          </a:stretch>
        </p:blipFill>
        <p:spPr bwMode="auto">
          <a:xfrm>
            <a:off x="7094952" y="2341520"/>
            <a:ext cx="5014050" cy="41774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7386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0F3376-43EC-4919-C9E3-27C1E20E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Backend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8F05EE-92E3-B25E-FD19-FD3668692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Virtuální prostředí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 err="1"/>
              <a:t>Hlavn</a:t>
            </a:r>
            <a:r>
              <a:rPr lang="cs-CZ" sz="2400" dirty="0"/>
              <a:t>í funkce aplikace (</a:t>
            </a:r>
            <a:r>
              <a:rPr lang="en-GB" sz="2400" dirty="0"/>
              <a:t>app.py</a:t>
            </a:r>
            <a:r>
              <a:rPr lang="cs-CZ" sz="24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Implementace </a:t>
            </a:r>
            <a:r>
              <a:rPr lang="cs-CZ" sz="2000" dirty="0" err="1"/>
              <a:t>RESTful</a:t>
            </a:r>
            <a:r>
              <a:rPr lang="cs-CZ" sz="2000" dirty="0"/>
              <a:t> API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REST metody GET, POST, PATCH, DELETE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Model databáze (model.py)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ORM model pro databázi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Pomocné funkce (</a:t>
            </a:r>
            <a:r>
              <a:rPr lang="cs-CZ" sz="2400" dirty="0" err="1"/>
              <a:t>utils</a:t>
            </a:r>
            <a:r>
              <a:rPr lang="cs-CZ" sz="2400" dirty="0"/>
              <a:t>/)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Výpočet kritické cesty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Validace dat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7222C3C-4621-4526-FE3C-CF55A729B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kpv.zcu.cz</a:t>
            </a:r>
            <a:endParaRPr lang="en-US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7392340-AEEA-CC23-B041-1378F799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Obrázek 5" descr="Obsah obrázku text, snímek obrazovky, Operační systém, Počítačová ikona&#10;&#10;Obsah generovaný pomocí AI může být nesprávný.">
            <a:extLst>
              <a:ext uri="{FF2B5EF4-FFF2-40B4-BE49-F238E27FC236}">
                <a16:creationId xmlns:a16="http://schemas.microsoft.com/office/drawing/2014/main" id="{F302A24B-3698-269F-8716-E65299614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165" y="2113100"/>
            <a:ext cx="3712831" cy="3532642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2C2DA705-1824-6A79-16EB-1274B0719556}"/>
              </a:ext>
            </a:extLst>
          </p:cNvPr>
          <p:cNvSpPr txBox="1"/>
          <p:nvPr/>
        </p:nvSpPr>
        <p:spPr>
          <a:xfrm>
            <a:off x="8687340" y="5689013"/>
            <a:ext cx="13894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dirty="0"/>
              <a:t>[2], [3], [4], [5], [6], [7]</a:t>
            </a:r>
          </a:p>
        </p:txBody>
      </p:sp>
    </p:spTree>
    <p:extLst>
      <p:ext uri="{BB962C8B-B14F-4D97-AF65-F5344CB8AC3E}">
        <p14:creationId xmlns:p14="http://schemas.microsoft.com/office/powerpoint/2010/main" val="189165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C5181-7CE5-0F40-3008-534738FD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 databáze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67D3EE-0244-C92B-42FC-3B8FDFBF5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cs-CZ" sz="2400" dirty="0" err="1"/>
              <a:t>SQLite</a:t>
            </a:r>
            <a:r>
              <a:rPr lang="cs-CZ" sz="2400" dirty="0"/>
              <a:t>, </a:t>
            </a:r>
            <a:r>
              <a:rPr lang="cs-CZ" sz="2400" dirty="0" err="1"/>
              <a:t>SQALchemy</a:t>
            </a:r>
            <a:endParaRPr lang="cs-CZ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Project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 err="1"/>
              <a:t>Task</a:t>
            </a:r>
            <a:endParaRPr lang="cs-CZ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FK </a:t>
            </a:r>
            <a:r>
              <a:rPr lang="cs-CZ" sz="2000" dirty="0" err="1"/>
              <a:t>project_id</a:t>
            </a:r>
            <a:r>
              <a:rPr lang="cs-CZ" sz="2000" dirty="0"/>
              <a:t>, </a:t>
            </a:r>
            <a:r>
              <a:rPr lang="cs-CZ" sz="2000" dirty="0" err="1"/>
              <a:t>name</a:t>
            </a:r>
            <a:r>
              <a:rPr lang="cs-CZ" sz="2000" dirty="0"/>
              <a:t>, start, end …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 err="1"/>
              <a:t>Resource</a:t>
            </a:r>
            <a:endParaRPr lang="cs-CZ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FK </a:t>
            </a:r>
            <a:r>
              <a:rPr lang="cs-CZ" sz="2000" dirty="0" err="1"/>
              <a:t>project_id</a:t>
            </a:r>
            <a:r>
              <a:rPr lang="cs-CZ" sz="2000" dirty="0"/>
              <a:t>, </a:t>
            </a:r>
            <a:r>
              <a:rPr lang="cs-CZ" sz="2000" dirty="0" err="1"/>
              <a:t>name</a:t>
            </a:r>
            <a:r>
              <a:rPr lang="cs-CZ" sz="2000" dirty="0"/>
              <a:t>, </a:t>
            </a:r>
            <a:r>
              <a:rPr lang="cs-CZ" sz="2000" dirty="0" err="1"/>
              <a:t>resource_type</a:t>
            </a:r>
            <a:r>
              <a:rPr lang="cs-CZ" sz="2000" dirty="0"/>
              <a:t> …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220" dirty="0" err="1"/>
              <a:t>Employee</a:t>
            </a:r>
            <a:endParaRPr lang="cs-CZ" sz="222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/>
              <a:t>FK </a:t>
            </a:r>
            <a:r>
              <a:rPr lang="cs-CZ" sz="2000" dirty="0" err="1"/>
              <a:t>project_id</a:t>
            </a:r>
            <a:r>
              <a:rPr lang="cs-CZ" sz="2000" dirty="0"/>
              <a:t>, </a:t>
            </a:r>
            <a:r>
              <a:rPr lang="cs-CZ" sz="2000" dirty="0" err="1"/>
              <a:t>name</a:t>
            </a:r>
            <a:r>
              <a:rPr lang="cs-CZ" sz="2000" dirty="0"/>
              <a:t>, role, </a:t>
            </a:r>
            <a:r>
              <a:rPr lang="cs-CZ" sz="2000" dirty="0" err="1"/>
              <a:t>capacity</a:t>
            </a:r>
            <a:endParaRPr lang="cs-CZ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Spojovací tabulky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 err="1"/>
              <a:t>TaskResource</a:t>
            </a:r>
            <a:r>
              <a:rPr lang="cs-CZ" sz="2000" dirty="0"/>
              <a:t>, </a:t>
            </a:r>
            <a:r>
              <a:rPr lang="cs-CZ" sz="2000" dirty="0" err="1"/>
              <a:t>TaskEmployee</a:t>
            </a:r>
            <a:endParaRPr lang="cs-CZ" sz="2000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DDDBB4D-423F-743B-78AD-038FCCA2F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kpv.zcu.cz</a:t>
            </a:r>
            <a:endParaRPr lang="en-US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01E5415-BEA5-DFEB-4B6F-71B389D4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3B099F4-D1FA-C637-B4C0-C03FA66AC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" t="4410" r="1125" b="2157"/>
          <a:stretch>
            <a:fillRect/>
          </a:stretch>
        </p:blipFill>
        <p:spPr bwMode="auto">
          <a:xfrm>
            <a:off x="6555221" y="1115757"/>
            <a:ext cx="5902713" cy="58818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70827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119474-2805-2A37-E387-4978DABB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258" y="315994"/>
            <a:ext cx="11090434" cy="1599527"/>
          </a:xfrm>
        </p:spPr>
        <p:txBody>
          <a:bodyPr/>
          <a:lstStyle/>
          <a:p>
            <a:r>
              <a:rPr lang="cs-CZ" dirty="0" err="1"/>
              <a:t>Frontend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6999B8-55EC-E3A4-043D-D73676D27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258" y="2035007"/>
            <a:ext cx="11090434" cy="44359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Složka </a:t>
            </a:r>
            <a:r>
              <a:rPr lang="cs-CZ" sz="2400" dirty="0" err="1"/>
              <a:t>templates</a:t>
            </a:r>
            <a:endParaRPr lang="cs-CZ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Každé okno má svoji šablonu + základní šablona a CSS </a:t>
            </a:r>
          </a:p>
          <a:p>
            <a:pPr>
              <a:buFont typeface="Wingdings" panose="05000000000000000000" pitchFamily="2" charset="2"/>
              <a:buChar char="Ø"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19BEA0B-8A33-A8D2-9261-8D1BEFA0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kpv.zcu.cz</a:t>
            </a:r>
            <a:endParaRPr lang="en-US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5517872-69A8-740A-6688-FDA4BC5E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14FE216-E4AB-DB41-1D69-E30295BDD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66" y="3218214"/>
            <a:ext cx="8176618" cy="283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9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C13F86-8561-4D5E-86CE-436213AE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Times New Roman" panose="02020603050405020304" pitchFamily="18" charset="0"/>
              </a:rPr>
              <a:t>Dosavadní postup</a:t>
            </a:r>
          </a:p>
        </p:txBody>
      </p:sp>
      <p:sp>
        <p:nvSpPr>
          <p:cNvPr id="8" name="Zástupný symbol pro obsah 5">
            <a:extLst>
              <a:ext uri="{FF2B5EF4-FFF2-40B4-BE49-F238E27FC236}">
                <a16:creationId xmlns:a16="http://schemas.microsoft.com/office/drawing/2014/main" id="{F3915F62-4E75-4BC8-A33D-6E39935201B4}"/>
              </a:ext>
            </a:extLst>
          </p:cNvPr>
          <p:cNvSpPr txBox="1">
            <a:spLocks/>
          </p:cNvSpPr>
          <p:nvPr/>
        </p:nvSpPr>
        <p:spPr>
          <a:xfrm>
            <a:off x="1333948" y="2097239"/>
            <a:ext cx="6002517" cy="46660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00803" indent="-100803" algn="l" defTabSz="1008035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75" indent="-201607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81" indent="-201607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88" indent="-201607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95" indent="-201607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640" indent="-252009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3120" indent="-252009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600" indent="-252009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4080" indent="-252009" algn="l" defTabSz="1008035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cs-CZ" sz="2400" dirty="0">
                <a:cs typeface="Times New Roman" panose="02020603050405020304" pitchFamily="18" charset="0"/>
              </a:rPr>
              <a:t>Vytvoření funkční aplikace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>
                <a:cs typeface="Times New Roman" panose="02020603050405020304" pitchFamily="18" charset="0"/>
              </a:rPr>
              <a:t>Tabulka úloh s </a:t>
            </a:r>
            <a:r>
              <a:rPr lang="cs-CZ" sz="2000" dirty="0" err="1">
                <a:cs typeface="Times New Roman" panose="02020603050405020304" pitchFamily="18" charset="0"/>
              </a:rPr>
              <a:t>Ganttovým</a:t>
            </a:r>
            <a:r>
              <a:rPr lang="cs-CZ" sz="2000" dirty="0">
                <a:cs typeface="Times New Roman" panose="02020603050405020304" pitchFamily="18" charset="0"/>
              </a:rPr>
              <a:t> diagramem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>
                <a:cs typeface="Times New Roman" panose="02020603050405020304" pitchFamily="18" charset="0"/>
              </a:rPr>
              <a:t>Tabulka sekvenčního přehledu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cs-CZ" sz="2000" dirty="0">
                <a:cs typeface="Times New Roman" panose="02020603050405020304" pitchFamily="18" charset="0"/>
              </a:rPr>
              <a:t>Formulář pro přidání uživatelů a nástrojů</a:t>
            </a:r>
          </a:p>
          <a:p>
            <a:pPr>
              <a:buFont typeface="Wingdings" panose="05000000000000000000" pitchFamily="2" charset="2"/>
              <a:buChar char="Ø"/>
            </a:pPr>
            <a:endParaRPr lang="cs-CZ" sz="2221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sz="2221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cs-CZ" sz="2400" dirty="0">
              <a:latin typeface="+mj-lt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cs-CZ" sz="2179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cs-CZ" sz="24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cs-CZ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256EEA9-4B15-44A5-ADCE-2725D1B9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2B4F74D-DB0F-482D-901B-F1EF8EC3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8</a:t>
            </a:fld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ED4F572E-EE7F-FD90-F9EC-1F757A882A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196" b="18522"/>
          <a:stretch>
            <a:fillRect/>
          </a:stretch>
        </p:blipFill>
        <p:spPr>
          <a:xfrm>
            <a:off x="3063668" y="4859970"/>
            <a:ext cx="10379282" cy="208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6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F3DFCE-3C57-1A57-C812-9FB45DED0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865" y="290551"/>
            <a:ext cx="11090434" cy="1599527"/>
          </a:xfrm>
        </p:spPr>
        <p:txBody>
          <a:bodyPr/>
          <a:lstStyle/>
          <a:p>
            <a:r>
              <a:rPr lang="cs-CZ" dirty="0"/>
              <a:t>Nadcházející úkoly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DBEB10-6EDC-479B-8FF1-9D9AD5C04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Oprávnění uživatelů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Úprava GUI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Úprava </a:t>
            </a:r>
            <a:r>
              <a:rPr lang="cs-CZ" dirty="0" err="1"/>
              <a:t>backendu</a:t>
            </a:r>
            <a:endParaRPr lang="cs-CZ" dirty="0"/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Komentáře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Struktura kódu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Přístup k distribuci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Testování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Dokumentace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2423ED1-90DF-A3F1-0191-DCE1E3CCA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kpv.zcu.cz</a:t>
            </a:r>
            <a:endParaRPr lang="en-US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BABB010-909C-B4E9-EFE6-17B8C4A9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ED134D8-9FF9-82FC-7298-A584E1543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933" y="2547313"/>
            <a:ext cx="5163161" cy="301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9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5F17B2-4652-D6DD-ED6F-30E4CB77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Volitelné úkoly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485F6D-87BD-8D0C-89B9-833E9E411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Finance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Kontejnerizace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2F15060-9974-1C21-19CD-B69E002E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kpv.zcu.cz</a:t>
            </a:r>
            <a:endParaRPr lang="en-US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8C1BE2D-7D96-EF06-2549-AD17BA0C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pic>
        <p:nvPicPr>
          <p:cNvPr id="1026" name="Picture 2" descr="docker image">
            <a:extLst>
              <a:ext uri="{FF2B5EF4-FFF2-40B4-BE49-F238E27FC236}">
                <a16:creationId xmlns:a16="http://schemas.microsoft.com/office/drawing/2014/main" id="{116AA3BC-B26F-9F47-8838-984D20A33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480" y="3323968"/>
            <a:ext cx="6496216" cy="365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42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D5FE22-E3F2-6AA3-0D8F-EA6AEBAE3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AEB76A-5124-0FA3-6147-E9629BCAC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sz="2400" dirty="0">
                <a:cs typeface="Times New Roman" panose="02020603050405020304" pitchFamily="18" charset="0"/>
              </a:rPr>
              <a:t>[1] - </a:t>
            </a:r>
            <a:r>
              <a:rPr lang="cs-CZ" sz="2400" dirty="0" err="1"/>
              <a:t>NovaCarts</a:t>
            </a:r>
            <a:r>
              <a:rPr lang="cs-CZ" sz="2400" dirty="0"/>
              <a:t> </a:t>
            </a:r>
            <a:r>
              <a:rPr lang="cs-CZ" sz="2400" dirty="0" err="1"/>
              <a:t>Battery</a:t>
            </a:r>
            <a:r>
              <a:rPr lang="cs-CZ" sz="2400" dirty="0"/>
              <a:t>: </a:t>
            </a:r>
            <a:r>
              <a:rPr lang="cs-CZ" sz="2400" dirty="0" err="1"/>
              <a:t>Exact</a:t>
            </a:r>
            <a:r>
              <a:rPr lang="cs-CZ" sz="2400" dirty="0"/>
              <a:t> cell </a:t>
            </a:r>
            <a:r>
              <a:rPr lang="cs-CZ" sz="2400" dirty="0" err="1"/>
              <a:t>simulation</a:t>
            </a:r>
            <a:r>
              <a:rPr lang="cs-CZ" sz="2400" dirty="0"/>
              <a:t> </a:t>
            </a:r>
            <a:r>
              <a:rPr lang="cs-CZ" sz="2400" dirty="0" err="1"/>
              <a:t>for</a:t>
            </a:r>
            <a:r>
              <a:rPr lang="cs-CZ" sz="2400" dirty="0"/>
              <a:t> </a:t>
            </a:r>
            <a:r>
              <a:rPr lang="cs-CZ" sz="2400" dirty="0" err="1"/>
              <a:t>validating</a:t>
            </a:r>
            <a:r>
              <a:rPr lang="cs-CZ" sz="2400" dirty="0"/>
              <a:t> </a:t>
            </a:r>
            <a:r>
              <a:rPr lang="cs-CZ" sz="2400" dirty="0" err="1"/>
              <a:t>battery</a:t>
            </a:r>
            <a:r>
              <a:rPr lang="cs-CZ" sz="2400" dirty="0"/>
              <a:t> management </a:t>
            </a:r>
            <a:r>
              <a:rPr lang="cs-CZ" sz="2400" dirty="0" err="1"/>
              <a:t>systems</a:t>
            </a:r>
            <a:r>
              <a:rPr lang="cs-CZ" sz="2400" dirty="0"/>
              <a:t> (BMS). Online. In: MICRONOVA AG. Micronova.de. C2025. Dostupné z: </a:t>
            </a:r>
            <a:r>
              <a:rPr lang="cs-CZ" sz="2400" dirty="0">
                <a:hlinkClick r:id="rId2"/>
              </a:rPr>
              <a:t>https://www.micronova.de/en/testing/</a:t>
            </a:r>
            <a:r>
              <a:rPr lang="cs-CZ" sz="2400" dirty="0" err="1">
                <a:hlinkClick r:id="rId2"/>
              </a:rPr>
              <a:t>novacarts</a:t>
            </a:r>
            <a:r>
              <a:rPr lang="cs-CZ" sz="2400" dirty="0">
                <a:hlinkClick r:id="rId2"/>
              </a:rPr>
              <a:t>/hil-</a:t>
            </a:r>
            <a:r>
              <a:rPr lang="cs-CZ" sz="2400" dirty="0" err="1">
                <a:hlinkClick r:id="rId2"/>
              </a:rPr>
              <a:t>simulators</a:t>
            </a:r>
            <a:r>
              <a:rPr lang="cs-CZ" sz="2400" dirty="0">
                <a:hlinkClick r:id="rId2"/>
              </a:rPr>
              <a:t>/novacarts-battery.html</a:t>
            </a:r>
            <a:r>
              <a:rPr lang="cs-CZ" sz="2400" dirty="0"/>
              <a:t>. [cit. 2026-04-15].</a:t>
            </a:r>
          </a:p>
          <a:p>
            <a:pPr marL="0" indent="0">
              <a:buNone/>
            </a:pPr>
            <a:r>
              <a:rPr lang="cs-CZ" sz="2400" dirty="0"/>
              <a:t>[2]</a:t>
            </a:r>
            <a:r>
              <a:rPr lang="cs-CZ" sz="2400" dirty="0">
                <a:cs typeface="Times New Roman" panose="02020603050405020304" pitchFamily="18" charset="0"/>
              </a:rPr>
              <a:t> - </a:t>
            </a:r>
            <a:r>
              <a:rPr lang="cs-CZ" sz="2400" dirty="0"/>
              <a:t>Python Logo. Online. In: Wikipedia. 2008, 1. July 2025. Dostupné z: https://en.wikipedia.org/wiki/Python_%28programming_language%29#/media/</a:t>
            </a:r>
            <a:r>
              <a:rPr lang="cs-CZ" sz="2400" dirty="0" err="1"/>
              <a:t>File:Python-logo-notext.svg</a:t>
            </a:r>
            <a:r>
              <a:rPr lang="cs-CZ" sz="2400" dirty="0"/>
              <a:t>. [cit. 2026-04-15].</a:t>
            </a:r>
          </a:p>
          <a:p>
            <a:pPr marL="0" indent="0">
              <a:buNone/>
            </a:pPr>
            <a:r>
              <a:rPr lang="cs-CZ" sz="2400" dirty="0"/>
              <a:t>[3] - </a:t>
            </a:r>
            <a:r>
              <a:rPr lang="cs-CZ" sz="2400" dirty="0" err="1"/>
              <a:t>What</a:t>
            </a:r>
            <a:r>
              <a:rPr lang="cs-CZ" sz="2400" dirty="0"/>
              <a:t> </a:t>
            </a:r>
            <a:r>
              <a:rPr lang="cs-CZ" sz="2400" dirty="0" err="1"/>
              <a:t>is</a:t>
            </a:r>
            <a:r>
              <a:rPr lang="cs-CZ" sz="2400" dirty="0"/>
              <a:t> </a:t>
            </a:r>
            <a:r>
              <a:rPr lang="cs-CZ" sz="2400" dirty="0" err="1"/>
              <a:t>Flask</a:t>
            </a:r>
            <a:r>
              <a:rPr lang="cs-CZ" sz="2400" dirty="0"/>
              <a:t>? Online. In: </a:t>
            </a:r>
            <a:r>
              <a:rPr lang="cs-CZ" sz="2400" dirty="0" err="1"/>
              <a:t>BairesDev</a:t>
            </a:r>
            <a:r>
              <a:rPr lang="cs-CZ" sz="2400" dirty="0"/>
              <a:t> Blog. 2023, Last </a:t>
            </a:r>
            <a:r>
              <a:rPr lang="cs-CZ" sz="2400" dirty="0" err="1"/>
              <a:t>Updated</a:t>
            </a:r>
            <a:r>
              <a:rPr lang="cs-CZ" sz="2400" dirty="0"/>
              <a:t>: July 8th 2024. Dostupné z: https://www.bairesdev.com/blog/</a:t>
            </a:r>
            <a:r>
              <a:rPr lang="cs-CZ" sz="2400" dirty="0" err="1"/>
              <a:t>what-is-flask</a:t>
            </a:r>
            <a:r>
              <a:rPr lang="cs-CZ" sz="2400" dirty="0"/>
              <a:t>/. [cit. 2026-04-15].</a:t>
            </a:r>
          </a:p>
          <a:p>
            <a:pPr marL="0" indent="0">
              <a:buNone/>
            </a:pPr>
            <a:r>
              <a:rPr lang="cs-CZ" sz="2400" dirty="0"/>
              <a:t>[4] -  Logo. Online. In: Wikipedia. 2010, Dostupné z: https://cs.wikipedia.org/wiki/</a:t>
            </a:r>
            <a:r>
              <a:rPr lang="cs-CZ" sz="2400" dirty="0" err="1"/>
              <a:t>SQLite</a:t>
            </a:r>
            <a:r>
              <a:rPr lang="cs-CZ" sz="2400" dirty="0"/>
              <a:t>#/media/Soubor:SQLite370.svg. [cit. 2026-04-15].</a:t>
            </a:r>
          </a:p>
          <a:p>
            <a:pPr marL="0" indent="0">
              <a:buNone/>
            </a:pPr>
            <a:r>
              <a:rPr lang="cs-CZ" sz="2400" dirty="0"/>
              <a:t>[5] - </a:t>
            </a:r>
            <a:r>
              <a:rPr lang="cs-CZ" sz="2400" dirty="0" err="1"/>
              <a:t>What</a:t>
            </a:r>
            <a:r>
              <a:rPr lang="cs-CZ" sz="2400" dirty="0"/>
              <a:t> </a:t>
            </a:r>
            <a:r>
              <a:rPr lang="cs-CZ" sz="2400" dirty="0" err="1"/>
              <a:t>is</a:t>
            </a:r>
            <a:r>
              <a:rPr lang="cs-CZ" sz="2400" dirty="0"/>
              <a:t> Grid.js? Online. In: </a:t>
            </a:r>
            <a:r>
              <a:rPr lang="cs-CZ" sz="2400" dirty="0" err="1"/>
              <a:t>GridJS</a:t>
            </a:r>
            <a:r>
              <a:rPr lang="cs-CZ" sz="2400" dirty="0"/>
              <a:t>. C2023, Last </a:t>
            </a:r>
            <a:r>
              <a:rPr lang="cs-CZ" sz="2400" dirty="0" err="1"/>
              <a:t>updated</a:t>
            </a:r>
            <a:r>
              <a:rPr lang="cs-CZ" sz="2400" dirty="0"/>
              <a:t> on Jan 16, 2023. Dostupné z: https://gridjs.io/</a:t>
            </a:r>
            <a:r>
              <a:rPr lang="cs-CZ" sz="2400" dirty="0" err="1"/>
              <a:t>docs</a:t>
            </a:r>
            <a:r>
              <a:rPr lang="cs-CZ" sz="2400" dirty="0"/>
              <a:t>/. [cit. 2026-04-15].</a:t>
            </a:r>
          </a:p>
          <a:p>
            <a:pPr marL="0" indent="0">
              <a:buNone/>
            </a:pPr>
            <a:r>
              <a:rPr lang="cs-CZ" sz="2400" dirty="0"/>
              <a:t>[6] - HTML5 CSS3 and JavaScript program </a:t>
            </a:r>
            <a:r>
              <a:rPr lang="cs-CZ" sz="2400" dirty="0" err="1"/>
              <a:t>icons</a:t>
            </a:r>
            <a:r>
              <a:rPr lang="cs-CZ" sz="2400" dirty="0"/>
              <a:t> on transparent background. Online. In: Adobe </a:t>
            </a:r>
            <a:r>
              <a:rPr lang="cs-CZ" sz="2400" dirty="0" err="1"/>
              <a:t>Stock</a:t>
            </a:r>
            <a:r>
              <a:rPr lang="cs-CZ" sz="2400" dirty="0"/>
              <a:t>. C2025. Dostupné z: https://stock.adobe.com/</a:t>
            </a:r>
            <a:r>
              <a:rPr lang="cs-CZ" sz="2400" dirty="0" err="1"/>
              <a:t>search?k</a:t>
            </a:r>
            <a:r>
              <a:rPr lang="cs-CZ" sz="2400" dirty="0"/>
              <a:t>=</a:t>
            </a:r>
            <a:r>
              <a:rPr lang="cs-CZ" sz="2400" dirty="0" err="1"/>
              <a:t>html+logo</a:t>
            </a:r>
            <a:r>
              <a:rPr lang="cs-CZ" sz="2400" dirty="0"/>
              <a:t>. [cit. 2026-04-15].</a:t>
            </a:r>
          </a:p>
          <a:p>
            <a:pPr marL="0" indent="0">
              <a:buNone/>
            </a:pPr>
            <a:r>
              <a:rPr lang="cs-CZ" sz="2400" dirty="0"/>
              <a:t>[7] - Open Source JavaScript </a:t>
            </a:r>
            <a:r>
              <a:rPr lang="cs-CZ" sz="2400" dirty="0" err="1"/>
              <a:t>library</a:t>
            </a:r>
            <a:r>
              <a:rPr lang="cs-CZ" sz="2400" dirty="0"/>
              <a:t> </a:t>
            </a:r>
            <a:r>
              <a:rPr lang="cs-CZ" sz="2400" dirty="0" err="1"/>
              <a:t>for</a:t>
            </a:r>
            <a:r>
              <a:rPr lang="cs-CZ" sz="2400" dirty="0"/>
              <a:t> </a:t>
            </a:r>
            <a:r>
              <a:rPr lang="cs-CZ" sz="2400" dirty="0" err="1"/>
              <a:t>Gantt</a:t>
            </a:r>
            <a:r>
              <a:rPr lang="cs-CZ" sz="2400" dirty="0"/>
              <a:t> </a:t>
            </a:r>
            <a:r>
              <a:rPr lang="cs-CZ" sz="2400" dirty="0" err="1"/>
              <a:t>charts</a:t>
            </a:r>
            <a:r>
              <a:rPr lang="cs-CZ" sz="2400" dirty="0"/>
              <a:t>. Online. In: </a:t>
            </a:r>
            <a:r>
              <a:rPr lang="cs-CZ" sz="2400" dirty="0" err="1"/>
              <a:t>Frappe</a:t>
            </a:r>
            <a:r>
              <a:rPr lang="cs-CZ" sz="2400" dirty="0"/>
              <a:t>. C2025. Dostupné z: https://frappe.io/</a:t>
            </a:r>
            <a:r>
              <a:rPr lang="cs-CZ" sz="2400" dirty="0" err="1"/>
              <a:t>gantt</a:t>
            </a:r>
            <a:r>
              <a:rPr lang="cs-CZ" sz="2400" dirty="0"/>
              <a:t>. [cit. 2026-04-15].</a:t>
            </a:r>
          </a:p>
          <a:p>
            <a:pPr marL="0" indent="0">
              <a:buNone/>
            </a:pPr>
            <a:r>
              <a:rPr lang="cs-CZ" sz="2400" dirty="0"/>
              <a:t>[8] - </a:t>
            </a:r>
            <a:r>
              <a:rPr lang="cs-CZ" sz="2400" dirty="0" err="1"/>
              <a:t>What</a:t>
            </a:r>
            <a:r>
              <a:rPr lang="cs-CZ" sz="2400" dirty="0"/>
              <a:t> </a:t>
            </a:r>
            <a:r>
              <a:rPr lang="cs-CZ" sz="2400" dirty="0" err="1"/>
              <a:t>Is</a:t>
            </a:r>
            <a:r>
              <a:rPr lang="cs-CZ" sz="2400" dirty="0"/>
              <a:t> </a:t>
            </a:r>
            <a:r>
              <a:rPr lang="cs-CZ" sz="2400" dirty="0" err="1"/>
              <a:t>Docker</a:t>
            </a:r>
            <a:r>
              <a:rPr lang="cs-CZ" sz="2400" dirty="0"/>
              <a:t>? A </a:t>
            </a:r>
            <a:r>
              <a:rPr lang="cs-CZ" sz="2400" dirty="0" err="1"/>
              <a:t>Beginner's</a:t>
            </a:r>
            <a:r>
              <a:rPr lang="cs-CZ" sz="2400" dirty="0"/>
              <a:t> </a:t>
            </a:r>
            <a:r>
              <a:rPr lang="cs-CZ" sz="2400" dirty="0" err="1"/>
              <a:t>Guide</a:t>
            </a:r>
            <a:r>
              <a:rPr lang="cs-CZ" sz="2400" dirty="0"/>
              <a:t>. Online. In: Blog.packagecloud.io. 2022. Dostupné z: </a:t>
            </a:r>
            <a:r>
              <a:rPr lang="cs-CZ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https://blog.packagecloud.io/</a:t>
            </a:r>
            <a:r>
              <a:rPr lang="cs-CZ" sz="2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</a:t>
            </a:r>
            <a:r>
              <a:rPr lang="cs-CZ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cs-CZ" sz="2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</a:t>
            </a:r>
            <a:r>
              <a:rPr lang="cs-CZ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cs-CZ" sz="2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</a:t>
            </a:r>
            <a:r>
              <a:rPr lang="cs-CZ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-a-</a:t>
            </a:r>
            <a:r>
              <a:rPr lang="cs-CZ" sz="2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beginners</a:t>
            </a:r>
            <a:r>
              <a:rPr lang="cs-CZ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cs-CZ" sz="2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</a:t>
            </a:r>
            <a:r>
              <a:rPr lang="cs-CZ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cs-CZ" sz="2400" dirty="0"/>
              <a:t>. [cit. 2026-04-15].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A5AAF3A-8F61-F5AD-F4A3-F0B40D7F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kpv.zcu.cz</a:t>
            </a:r>
            <a:endParaRPr lang="en-US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7C5BD50-008F-1871-614F-45B9700C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48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342873-E3BD-9949-382A-245D3826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258" y="2577106"/>
            <a:ext cx="11090434" cy="1599527"/>
          </a:xfrm>
        </p:spPr>
        <p:txBody>
          <a:bodyPr/>
          <a:lstStyle/>
          <a:p>
            <a:pPr algn="ctr"/>
            <a:r>
              <a:rPr lang="cs-CZ" dirty="0"/>
              <a:t>Prostor pro dotazy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8FA66CD-1E89-8536-9B97-D27045F9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kpv.zcu.cz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1C63853-7412-E133-6325-BD1EE065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EB02-BEEA-4AEA-8B7E-F8311C2221C1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4572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782954"/>
            <a:ext cx="7255260" cy="812218"/>
          </a:xfrm>
          <a:effectLst/>
        </p:spPr>
        <p:txBody>
          <a:bodyPr vert="horz" lIns="720000" tIns="0" rIns="720000" bIns="0" rtlCol="0" anchor="b" anchorCtr="1">
            <a:noAutofit/>
          </a:bodyPr>
          <a:lstStyle/>
          <a:p>
            <a:pPr algn="ctr"/>
            <a:r>
              <a:rPr lang="cs-CZ" sz="5400" spc="-80" dirty="0">
                <a:solidFill>
                  <a:srgbClr val="3889BA"/>
                </a:solidFill>
                <a:cs typeface="Times New Roman" panose="02020603050405020304" pitchFamily="18" charset="0"/>
              </a:rPr>
              <a:t>Děkuji za pozornost!</a:t>
            </a:r>
            <a:endParaRPr lang="cs-CZ" sz="2800" spc="-80" dirty="0">
              <a:solidFill>
                <a:srgbClr val="3889BA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F31D319A-98DF-4828-BF1F-32B357FD9169}"/>
              </a:ext>
            </a:extLst>
          </p:cNvPr>
          <p:cNvSpPr/>
          <p:nvPr/>
        </p:nvSpPr>
        <p:spPr>
          <a:xfrm>
            <a:off x="6602692" y="3595172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224A9F9-51AF-4119-8919-9AC0D0C65FA7}"/>
              </a:ext>
            </a:extLst>
          </p:cNvPr>
          <p:cNvSpPr txBox="1">
            <a:spLocks/>
          </p:cNvSpPr>
          <p:nvPr/>
        </p:nvSpPr>
        <p:spPr>
          <a:xfrm>
            <a:off x="234027" y="3779838"/>
            <a:ext cx="5006285" cy="887740"/>
          </a:xfrm>
          <a:prstGeom prst="rect">
            <a:avLst/>
          </a:prstGeom>
        </p:spPr>
        <p:txBody>
          <a:bodyPr vert="horz" lIns="720000" tIns="0" rIns="720000" bIns="0" rtlCol="0" anchor="t">
            <a:noAutofit/>
          </a:bodyPr>
          <a:lstStyle>
            <a:lvl1pPr algn="ctr" defTabSz="10080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Jan Foniok</a:t>
            </a:r>
          </a:p>
          <a:p>
            <a:pPr algn="l"/>
            <a:r>
              <a:rPr lang="cs-CZ" sz="28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202</a:t>
            </a:r>
            <a:r>
              <a:rPr lang="en-GB" sz="28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6</a:t>
            </a:r>
            <a:endParaRPr lang="cs-CZ" sz="2800" spc="-8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96F0AD4-F1FC-4032-8507-12CEC7F70B2C}"/>
              </a:ext>
            </a:extLst>
          </p:cNvPr>
          <p:cNvSpPr txBox="1">
            <a:spLocks/>
          </p:cNvSpPr>
          <p:nvPr/>
        </p:nvSpPr>
        <p:spPr>
          <a:xfrm>
            <a:off x="1307805" y="4873813"/>
            <a:ext cx="4465674" cy="777049"/>
          </a:xfrm>
          <a:prstGeom prst="rect">
            <a:avLst/>
          </a:prstGeom>
        </p:spPr>
        <p:txBody>
          <a:bodyPr vert="horz" lIns="720000" tIns="0" rIns="720000" bIns="0" rtlCol="0" anchor="t">
            <a:noAutofit/>
          </a:bodyPr>
          <a:lstStyle>
            <a:lvl1pPr algn="ctr" defTabSz="10080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4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Telefon </a:t>
            </a:r>
          </a:p>
          <a:p>
            <a:pPr algn="l"/>
            <a:r>
              <a:rPr lang="cs-CZ" sz="24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+420 777 788 728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9096592-7630-4BFA-BAD0-4FE76B5B59C6}"/>
              </a:ext>
            </a:extLst>
          </p:cNvPr>
          <p:cNvSpPr txBox="1">
            <a:spLocks/>
          </p:cNvSpPr>
          <p:nvPr/>
        </p:nvSpPr>
        <p:spPr>
          <a:xfrm>
            <a:off x="1307803" y="5746408"/>
            <a:ext cx="4465675" cy="822566"/>
          </a:xfrm>
          <a:prstGeom prst="rect">
            <a:avLst/>
          </a:prstGeom>
        </p:spPr>
        <p:txBody>
          <a:bodyPr vert="horz" lIns="720000" tIns="0" rIns="720000" bIns="0" rtlCol="0" anchor="t">
            <a:noAutofit/>
          </a:bodyPr>
          <a:lstStyle>
            <a:lvl1pPr algn="ctr" defTabSz="10080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4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E-mail</a:t>
            </a:r>
          </a:p>
          <a:p>
            <a:pPr algn="l"/>
            <a:r>
              <a:rPr lang="en-GB" sz="24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</a:t>
            </a:r>
            <a:r>
              <a:rPr lang="cs-CZ" sz="2400" spc="-80" dirty="0" err="1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oniokj</a:t>
            </a:r>
            <a:r>
              <a:rPr lang="en-GB" sz="2400" spc="-8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@students.zcu.cz</a:t>
            </a:r>
            <a:endParaRPr lang="cs-CZ" sz="2400" spc="-8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  <a:p>
            <a:pPr algn="l"/>
            <a:endParaRPr lang="cs-CZ" sz="2800" spc="-8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47F13F94-F507-48F1-98A4-673606659B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1491" y="4873814"/>
            <a:ext cx="572623" cy="572623"/>
          </a:xfrm>
          <a:prstGeom prst="rect">
            <a:avLst/>
          </a:prstGeom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2FB01E57-0DDD-480F-81DC-DDCA43771A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1491" y="5761554"/>
            <a:ext cx="572623" cy="572623"/>
          </a:xfrm>
          <a:prstGeom prst="rect">
            <a:avLst/>
          </a:prstGeom>
        </p:spPr>
      </p:pic>
      <p:pic>
        <p:nvPicPr>
          <p:cNvPr id="16" name="Picture 2" descr="https://northeurope1-mediap.svc.ms/transform/thumbnail?provider=spo&amp;inputFormat=pdf&amp;cs=NWUzY2U2YzAtMmIxZi00Mjg1LThkNGItNzVlZTc4Nzg3MzQ2fFNQTw&amp;correlationId=31eac5a1-60c1-0000-7e0f-ed05c7219b63&amp;docid=https%3A%2F%2Fzcu365.sharepoint.com%2Fsites%2FORKPV%2F_api%2Fv2.0%2Fdrives%2Fb!mr1xTpjmpkupf0_iQhahmiAkQFSEqlhArWtmf2mEcKxHggNrScuTQbx21leXtlth%2Fitems%2F01KMFPZKGC5Y2P6KS6DFBKG3EQZ35N7BX3%3Ftempauth%3Dv1.eyJzaXRlaWQiOiI0ZTcxYmQ5YS1lNjk4LTRiYTYtYTk3Zi00ZmUyNDIxNmExOWEiLCJhcHBfZGlzcGxheW5hbWUiOiJNaWNyb3NvZnQgVGVhbXMgV2ViIENsaWVudCIsImFwcGlkIjoiNWUzY2U2YzAtMmIxZi00Mjg1LThkNGItNzVlZTc4Nzg3MzQ2IiwiYXVkIjoiMDAwMDAwMDMtMDAwMC0wZmYxLWNlMDAtMDAwMDAwMDAwMDAwL3pjdTM2NS5zaGFyZXBvaW50LmNvbUA5YmQ1Yzc2OC05MGI4LTRlNGYtODQxNi0xNDc3MjlkOTFjNTMiLCJleHAiOiIxNzU3OTQ2MDQzIn0.CkAKDGVudHJhX2NsYWltcxIwQ0lESm5zWUdFQUFhRm5JMFpVSm9kWFJvY1ZWTGJuSXlkbVZCV0Y5d1FVRXFBQT09CgsKBHNuaWQSAzE1MxILCOj3yL3Zjro-EAUaDjE0Ny4yMjguNDIuMTM0KixnYWtQYUwyampjd3lQR3VSZmR3eFFFK2NuNFVwa29KNzRucUN3cmFJWVFvPTCmATgBQhChxeoxwWAAAH4P7QXHIZtjShBoYXNoZWRwcm9vZnRva2VuUhJbImttc2kiLCJkdmNfY21wIl1qJDQ4MDBlZjE1LTE3NzMtNDJjMS04NDY0LTc1NzM3NzJmODgyNHIpMGguZnxtZW1iZXJzaGlwfDEwMDNiZmZkYWU3Y2Y2OTdAbGl2ZS5jb216ATKCARIJaMfVm7iQT04RhBYUdynZHFOSAQZBbmRyZWGaAQrFoGltZXJvdsOhogEZc2ltZXJvdmFAb2ZmaWNlMzY1LnpjdS5jeqoBEDEwMDNCRkZEQUU3Q0Y2OTeyAVdjb250YWluZXIuc2VsZWN0ZWQgbXlmaWxlcy53cml0ZSBhbGxzaXRlcy5mdWxsY29udHJvbCBhbGxzaXRlcy5tYW5hZ2UgYWxscHJvZmlsZXMud3JpdGXIAQE.F0Tng5ypE3agOU2ZUkgBf85BkJ3bcAR5m4sbcBODru8%26version%3DPublished&amp;encodeFailures=1&amp;width=1784&amp;height=799">
            <a:extLst>
              <a:ext uri="{FF2B5EF4-FFF2-40B4-BE49-F238E27FC236}">
                <a16:creationId xmlns:a16="http://schemas.microsoft.com/office/drawing/2014/main" id="{1750E601-5768-4677-BA0A-8126AD1E3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25" y="47941"/>
            <a:ext cx="5977196" cy="179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12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ktiva">
  <a:themeElements>
    <a:clrScheme name="Retrospektiva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etrospektiva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3900</TotalTime>
  <Words>779</Words>
  <Application>Microsoft Office PowerPoint</Application>
  <PresentationFormat>Vlastní</PresentationFormat>
  <Paragraphs>127</Paragraphs>
  <Slides>13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Retrospektiva</vt:lpstr>
      <vt:lpstr>Prezentace aplikace PowerPoint</vt:lpstr>
      <vt:lpstr>Obsah</vt:lpstr>
      <vt:lpstr>Úvod do problematiky</vt:lpstr>
      <vt:lpstr>Zadání a cíl práce</vt:lpstr>
      <vt:lpstr>Backend</vt:lpstr>
      <vt:lpstr>Návrh databáze</vt:lpstr>
      <vt:lpstr>Frontend</vt:lpstr>
      <vt:lpstr>Dosavadní postup</vt:lpstr>
      <vt:lpstr>Nadcházející úkoly</vt:lpstr>
      <vt:lpstr>Volitelné úkoly</vt:lpstr>
      <vt:lpstr>Zdroje</vt:lpstr>
      <vt:lpstr>Prostor pro dotazy</vt:lpstr>
      <vt:lpstr>Děkuji za pozornost!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prezentace</dc:title>
  <dc:creator>Ježek Jan</dc:creator>
  <cp:lastModifiedBy>Honza Foniok</cp:lastModifiedBy>
  <cp:revision>397</cp:revision>
  <cp:lastPrinted>2018-09-13T11:52:36Z</cp:lastPrinted>
  <dcterms:created xsi:type="dcterms:W3CDTF">2014-06-23T12:27:22Z</dcterms:created>
  <dcterms:modified xsi:type="dcterms:W3CDTF">2026-04-15T15:45:34Z</dcterms:modified>
</cp:coreProperties>
</file>